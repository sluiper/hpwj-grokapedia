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fntdata" ContentType="application/x-fontdata"/>
  <Default Extension="wav" ContentType="audio/x-wav"/>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701" r:id="rId5"/>
    <p:sldMasterId id="2147483738" r:id="rId6"/>
  </p:sldMasterIdLst>
  <p:notesMasterIdLst>
    <p:notesMasterId r:id="rId25"/>
  </p:notesMasterIdLst>
  <p:sldIdLst>
    <p:sldId id="358" r:id="rId7"/>
    <p:sldId id="421" r:id="rId8"/>
    <p:sldId id="433" r:id="rId9"/>
    <p:sldId id="422" r:id="rId10"/>
    <p:sldId id="423" r:id="rId11"/>
    <p:sldId id="424" r:id="rId12"/>
    <p:sldId id="425" r:id="rId13"/>
    <p:sldId id="426" r:id="rId14"/>
    <p:sldId id="427" r:id="rId15"/>
    <p:sldId id="428" r:id="rId16"/>
    <p:sldId id="435" r:id="rId17"/>
    <p:sldId id="430" r:id="rId18"/>
    <p:sldId id="436" r:id="rId19"/>
    <p:sldId id="431" r:id="rId20"/>
    <p:sldId id="437" r:id="rId21"/>
    <p:sldId id="439" r:id="rId22"/>
    <p:sldId id="429" r:id="rId23"/>
    <p:sldId id="432" r:id="rId24"/>
  </p:sldIdLst>
  <p:sldSz cx="12192000" cy="6858000"/>
  <p:notesSz cx="6858000" cy="9144000"/>
  <p:embeddedFontLst>
    <p:embeddedFont>
      <p:font typeface="SABIC Typeface Text" panose="020B0603060202020204" pitchFamily="34" charset="0"/>
      <p:regular r:id="rId26"/>
      <p:bold r:id="rId27"/>
    </p:embeddedFont>
    <p:embeddedFont>
      <p:font typeface="SABIC Typeface Headline Light" panose="020B0303060202020204" pitchFamily="34" charset="0"/>
      <p:regular r:id="rId28"/>
    </p:embeddedFont>
    <p:embeddedFont>
      <p:font typeface="SABIC Typeface Headline" panose="020B0603060202020204" pitchFamily="34" charset="0"/>
      <p:regular r:id="rId29"/>
      <p:bold r:id="rId30"/>
    </p:embeddedFont>
    <p:embeddedFont>
      <p:font typeface="Calibri" panose="020F0502020204030204" pitchFamily="34" charset="0"/>
      <p:regular r:id="rId31"/>
      <p:bold r:id="rId32"/>
      <p:italic r:id="rId33"/>
      <p:boldItalic r:id="rId34"/>
    </p:embeddedFont>
    <p:embeddedFont>
      <p:font typeface="SABIC Typeface Text Light" panose="020B0303060202020204" pitchFamily="34" charset="0"/>
      <p:regular r:id="rId35"/>
    </p:embeddedFont>
    <p:embeddedFont>
      <p:font typeface="MS PGothic" panose="020B0600070205080204" pitchFamily="34" charset="-128"/>
      <p:regular r:id="rId36"/>
    </p:embeddedFont>
    <p:embeddedFont>
      <p:font typeface="Arial Rounded MT Bold" panose="020F0704030504030204" pitchFamily="3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B0F0"/>
    <a:srgbClr val="D9D9D9"/>
    <a:srgbClr val="FFCD00"/>
    <a:srgbClr val="E43D00"/>
    <a:srgbClr val="AC8B00"/>
    <a:srgbClr val="424242"/>
    <a:srgbClr val="AACDEC"/>
    <a:srgbClr val="92D050"/>
    <a:srgbClr val="009F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96" autoAdjust="0"/>
    <p:restoredTop sz="94660"/>
  </p:normalViewPr>
  <p:slideViewPr>
    <p:cSldViewPr snapToGrid="0">
      <p:cViewPr>
        <p:scale>
          <a:sx n="125" d="100"/>
          <a:sy n="125" d="100"/>
        </p:scale>
        <p:origin x="6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1.fntdata"/><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font" Target="fonts/font9.fnt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DA35F-AB47-4654-B55C-815BC52AA7C0}" type="datetimeFigureOut">
              <a:rPr lang="en-US" smtClean="0"/>
              <a:t>8/21/2022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DFDF07-CA5D-4EB7-82AE-A775B8A08D01}" type="slidenum">
              <a:rPr lang="en-US" smtClean="0"/>
              <a:t>‹#›</a:t>
            </a:fld>
            <a:endParaRPr lang="en-US"/>
          </a:p>
        </p:txBody>
      </p:sp>
    </p:spTree>
    <p:extLst>
      <p:ext uri="{BB962C8B-B14F-4D97-AF65-F5344CB8AC3E}">
        <p14:creationId xmlns:p14="http://schemas.microsoft.com/office/powerpoint/2010/main" val="801175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pitchFamily="34" charset="0"/>
              <a:ea typeface="ヒラギノ角ゴ Pro W3"/>
            </a:endParaRPr>
          </a:p>
        </p:txBody>
      </p:sp>
      <p:sp>
        <p:nvSpPr>
          <p:cNvPr id="4" name="Slide Number Placeholder 3"/>
          <p:cNvSpPr>
            <a:spLocks noGrp="1"/>
          </p:cNvSpPr>
          <p:nvPr>
            <p:ph type="sldNum" sz="quarter" idx="5"/>
          </p:nvPr>
        </p:nvSpPr>
        <p:spPr/>
        <p:txBody>
          <a:bodyPr/>
          <a:lstStyle/>
          <a:p>
            <a:pPr>
              <a:defRPr/>
            </a:pPr>
            <a:fld id="{FF262F79-1098-4A59-8443-71B05A8D4254}" type="slidenum">
              <a:rPr lang="en-US" smtClean="0"/>
              <a:pPr>
                <a:defRPr/>
              </a:pPr>
              <a:t>1</a:t>
            </a:fld>
            <a:endParaRPr lang="en-US" dirty="0"/>
          </a:p>
        </p:txBody>
      </p:sp>
    </p:spTree>
    <p:extLst>
      <p:ext uri="{BB962C8B-B14F-4D97-AF65-F5344CB8AC3E}">
        <p14:creationId xmlns:p14="http://schemas.microsoft.com/office/powerpoint/2010/main" val="1846075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000" y="814388"/>
            <a:ext cx="7243763" cy="407511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C517AC-786D-44DF-96BE-F578D649EA28}" type="slidenum">
              <a:rPr lang="en-GB" smtClean="0"/>
              <a:pPr/>
              <a:t>16</a:t>
            </a:fld>
            <a:endParaRPr lang="en-GB" dirty="0"/>
          </a:p>
        </p:txBody>
      </p:sp>
    </p:spTree>
    <p:extLst>
      <p:ext uri="{BB962C8B-B14F-4D97-AF65-F5344CB8AC3E}">
        <p14:creationId xmlns:p14="http://schemas.microsoft.com/office/powerpoint/2010/main" val="10902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1913" y="750888"/>
            <a:ext cx="6670675" cy="37528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smtClean="0"/>
              <a:t>To select different Thank You options, go to HOME tab and click Layout button.</a:t>
            </a:r>
            <a:endParaRPr lang="en-US" b="1" dirty="0" smtClean="0"/>
          </a:p>
        </p:txBody>
      </p:sp>
      <p:sp>
        <p:nvSpPr>
          <p:cNvPr id="4" name="Slide Number Placeholder 3"/>
          <p:cNvSpPr>
            <a:spLocks noGrp="1"/>
          </p:cNvSpPr>
          <p:nvPr>
            <p:ph type="sldNum" sz="quarter" idx="10"/>
          </p:nvPr>
        </p:nvSpPr>
        <p:spPr/>
        <p:txBody>
          <a:bodyPr/>
          <a:lstStyle/>
          <a:p>
            <a:fld id="{20C517AC-786D-44DF-96BE-F578D649EA28}" type="slidenum">
              <a:rPr lang="en-GB" smtClean="0"/>
              <a:pPr/>
              <a:t>18</a:t>
            </a:fld>
            <a:endParaRPr lang="en-GB" dirty="0"/>
          </a:p>
        </p:txBody>
      </p:sp>
    </p:spTree>
    <p:extLst>
      <p:ext uri="{BB962C8B-B14F-4D97-AF65-F5344CB8AC3E}">
        <p14:creationId xmlns:p14="http://schemas.microsoft.com/office/powerpoint/2010/main" val="19283763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9.jpe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9.jpe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9.jpeg"/><Relationship Id="rId4"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9.jpeg"/><Relationship Id="rId4"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9.jpeg"/><Relationship Id="rId4"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9.jpeg"/><Relationship Id="rId4"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 Lines Cove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r="3440" b="23084"/>
          <a:stretch/>
        </p:blipFill>
        <p:spPr>
          <a:xfrm>
            <a:off x="4815840" y="3237924"/>
            <a:ext cx="7376160" cy="3620076"/>
          </a:xfrm>
          <a:prstGeom prst="rect">
            <a:avLst/>
          </a:prstGeom>
        </p:spPr>
      </p:pic>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2222" r="5621"/>
          <a:stretch/>
        </p:blipFill>
        <p:spPr>
          <a:xfrm>
            <a:off x="0" y="2185416"/>
            <a:ext cx="12192000" cy="3845977"/>
          </a:xfrm>
          <a:prstGeom prst="rect">
            <a:avLst/>
          </a:prstGeom>
        </p:spPr>
      </p:pic>
      <p:sp>
        <p:nvSpPr>
          <p:cNvPr id="22" name="Text Placeholder 35"/>
          <p:cNvSpPr>
            <a:spLocks noGrp="1"/>
          </p:cNvSpPr>
          <p:nvPr>
            <p:ph type="body" sz="quarter" idx="11" hasCustomPrompt="1"/>
          </p:nvPr>
        </p:nvSpPr>
        <p:spPr>
          <a:xfrm>
            <a:off x="727910" y="2855157"/>
            <a:ext cx="5925346" cy="181244"/>
          </a:xfrm>
          <a:prstGeom prst="rect">
            <a:avLst/>
          </a:prstGeom>
        </p:spPr>
        <p:txBody>
          <a:bodyPr lIns="0" tIns="0" rIns="0" bIns="0">
            <a:noAutofit/>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200" cap="all" baseline="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en-US" dirty="0" smtClean="0"/>
              <a:t>Detailed online training</a:t>
            </a:r>
            <a:endParaRPr lang="ar-SA" dirty="0" smtClean="0"/>
          </a:p>
        </p:txBody>
      </p:sp>
      <p:sp>
        <p:nvSpPr>
          <p:cNvPr id="27" name="Text Placeholder 26"/>
          <p:cNvSpPr>
            <a:spLocks noGrp="1"/>
          </p:cNvSpPr>
          <p:nvPr>
            <p:ph type="body" sz="quarter" idx="18" hasCustomPrompt="1"/>
          </p:nvPr>
        </p:nvSpPr>
        <p:spPr>
          <a:xfrm>
            <a:off x="727911" y="3881481"/>
            <a:ext cx="5925345" cy="171730"/>
          </a:xfrm>
        </p:spPr>
        <p:txBody>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000" cap="all" baseline="0">
                <a:solidFill>
                  <a:schemeClr val="accent4"/>
                </a:solidFill>
              </a:defRPr>
            </a:lvl1pPr>
          </a:lstStyle>
          <a:p>
            <a:pPr marL="0" marR="0" lvl="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a:pPr>
            <a:r>
              <a:rPr lang="en-US" dirty="0" smtClean="0"/>
              <a:t>Confidential marks all caps (10pt light)</a:t>
            </a:r>
          </a:p>
        </p:txBody>
      </p:sp>
      <p:sp>
        <p:nvSpPr>
          <p:cNvPr id="26" name="Text Placeholder 5"/>
          <p:cNvSpPr>
            <a:spLocks noGrp="1"/>
          </p:cNvSpPr>
          <p:nvPr>
            <p:ph type="body" sz="quarter" idx="15" hasCustomPrompt="1"/>
          </p:nvPr>
        </p:nvSpPr>
        <p:spPr>
          <a:xfrm>
            <a:off x="727762" y="3423350"/>
            <a:ext cx="5925495" cy="446795"/>
          </a:xfrm>
        </p:spPr>
        <p:txBody>
          <a:bodyPr vert="horz" wrap="square" lIns="0" tIns="0" rIns="0" bIns="0" rtlCol="0">
            <a:noAutofit/>
          </a:bodyPr>
          <a:lstStyle>
            <a:lvl1pPr algn="l" rtl="0">
              <a:defRPr lang="en-US" sz="1000" dirty="0">
                <a:solidFill>
                  <a:schemeClr val="tx1"/>
                </a:solidFill>
                <a:latin typeface="+mn-lt"/>
                <a:cs typeface="SABIC Typeface Text Light" panose="020B0303060202020204" pitchFamily="34" charset="0"/>
              </a:defRPr>
            </a:lvl1pPr>
          </a:lstStyle>
          <a:p>
            <a:pPr lvl="0"/>
            <a:r>
              <a:rPr lang="en-US" dirty="0" smtClean="0"/>
              <a:t>SME Name &amp; ID</a:t>
            </a:r>
          </a:p>
        </p:txBody>
      </p:sp>
      <p:pic>
        <p:nvPicPr>
          <p:cNvPr id="24" name="Picture 2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20" name="Picture 1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2" name="Title 1"/>
          <p:cNvSpPr>
            <a:spLocks noGrp="1"/>
          </p:cNvSpPr>
          <p:nvPr>
            <p:ph type="title" hasCustomPrompt="1"/>
          </p:nvPr>
        </p:nvSpPr>
        <p:spPr>
          <a:xfrm>
            <a:off x="731520" y="1673352"/>
            <a:ext cx="8961120" cy="1097280"/>
          </a:xfrm>
        </p:spPr>
        <p:txBody>
          <a:bodyPr/>
          <a:lstStyle>
            <a:lvl1pPr>
              <a:defRPr sz="3600">
                <a:solidFill>
                  <a:schemeClr val="accent5"/>
                </a:solidFill>
              </a:defRPr>
            </a:lvl1pPr>
          </a:lstStyle>
          <a:p>
            <a:pPr lvl="0"/>
            <a:r>
              <a:rPr lang="en-US" dirty="0" smtClean="0"/>
              <a:t>OMS-XXX</a:t>
            </a:r>
            <a:br>
              <a:rPr lang="en-US" dirty="0" smtClean="0"/>
            </a:br>
            <a:r>
              <a:rPr lang="en-US" dirty="0" smtClean="0"/>
              <a:t>Title</a:t>
            </a:r>
            <a:endParaRPr lang="en-US" dirty="0"/>
          </a:p>
        </p:txBody>
      </p:sp>
    </p:spTree>
    <p:extLst>
      <p:ext uri="{BB962C8B-B14F-4D97-AF65-F5344CB8AC3E}">
        <p14:creationId xmlns:p14="http://schemas.microsoft.com/office/powerpoint/2010/main" val="1455872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 Lines Cove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r="16532" b="12018"/>
          <a:stretch/>
        </p:blipFill>
        <p:spPr>
          <a:xfrm>
            <a:off x="9204960" y="3527036"/>
            <a:ext cx="2987040" cy="3330964"/>
          </a:xfrm>
          <a:prstGeom prst="rect">
            <a:avLst/>
          </a:prstGeom>
        </p:spPr>
      </p:pic>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r="10044" b="21432"/>
          <a:stretch/>
        </p:blipFill>
        <p:spPr>
          <a:xfrm>
            <a:off x="2255520" y="1746504"/>
            <a:ext cx="9936480" cy="5111496"/>
          </a:xfrm>
          <a:prstGeom prst="rect">
            <a:avLst/>
          </a:prstGeom>
        </p:spPr>
      </p:pic>
      <p:sp>
        <p:nvSpPr>
          <p:cNvPr id="22" name="Text Placeholder 35"/>
          <p:cNvSpPr>
            <a:spLocks noGrp="1"/>
          </p:cNvSpPr>
          <p:nvPr>
            <p:ph type="body" sz="quarter" idx="11" hasCustomPrompt="1"/>
          </p:nvPr>
        </p:nvSpPr>
        <p:spPr>
          <a:xfrm>
            <a:off x="727910" y="3406565"/>
            <a:ext cx="5925346" cy="181244"/>
          </a:xfrm>
          <a:prstGeom prst="rect">
            <a:avLst/>
          </a:prstGeom>
        </p:spPr>
        <p:txBody>
          <a:bodyPr lIns="0" tIns="0" rIns="0" bIns="0">
            <a:noAutofit/>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200" cap="all" baseline="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en-US" dirty="0" smtClean="0"/>
              <a:t>Short Subhead all caps (12pt regular) optional</a:t>
            </a:r>
            <a:endParaRPr lang="ar-SA" dirty="0" smtClean="0"/>
          </a:p>
        </p:txBody>
      </p:sp>
      <p:sp>
        <p:nvSpPr>
          <p:cNvPr id="27" name="Text Placeholder 26"/>
          <p:cNvSpPr>
            <a:spLocks noGrp="1"/>
          </p:cNvSpPr>
          <p:nvPr>
            <p:ph type="body" sz="quarter" idx="18" hasCustomPrompt="1"/>
          </p:nvPr>
        </p:nvSpPr>
        <p:spPr>
          <a:xfrm>
            <a:off x="727911" y="4432889"/>
            <a:ext cx="5925345" cy="171730"/>
          </a:xfrm>
        </p:spPr>
        <p:txBody>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000" cap="all" baseline="0">
                <a:solidFill>
                  <a:schemeClr val="accent4"/>
                </a:solidFill>
              </a:defRPr>
            </a:lvl1pPr>
          </a:lstStyle>
          <a:p>
            <a:pPr marL="0" marR="0" lvl="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a:pPr>
            <a:r>
              <a:rPr lang="en-US" dirty="0" smtClean="0"/>
              <a:t>Confidential marks all caps (10pt light)</a:t>
            </a:r>
          </a:p>
        </p:txBody>
      </p:sp>
      <p:sp>
        <p:nvSpPr>
          <p:cNvPr id="26" name="Text Placeholder 5"/>
          <p:cNvSpPr>
            <a:spLocks noGrp="1"/>
          </p:cNvSpPr>
          <p:nvPr>
            <p:ph type="body" sz="quarter" idx="15" hasCustomPrompt="1"/>
          </p:nvPr>
        </p:nvSpPr>
        <p:spPr>
          <a:xfrm>
            <a:off x="727762" y="3974758"/>
            <a:ext cx="5925495" cy="446795"/>
          </a:xfrm>
        </p:spPr>
        <p:txBody>
          <a:bodyPr vert="horz" wrap="square" lIns="0" tIns="0" rIns="0" bIns="0" rtlCol="0">
            <a:noAutofit/>
          </a:bodyPr>
          <a:lstStyle>
            <a:lvl1pPr algn="l" rtl="0">
              <a:defRPr lang="en-US" sz="1000" dirty="0">
                <a:solidFill>
                  <a:schemeClr val="tx1"/>
                </a:solidFill>
                <a:latin typeface="+mn-lt"/>
                <a:cs typeface="SABIC Typeface Text Light" panose="020B0303060202020204" pitchFamily="34" charset="0"/>
              </a:defRPr>
            </a:lvl1pPr>
          </a:lstStyle>
          <a:p>
            <a:pPr lvl="0"/>
            <a:r>
              <a:rPr lang="en-US" dirty="0" smtClean="0"/>
              <a:t>Author’s Name (10pt light)</a:t>
            </a:r>
            <a:br>
              <a:rPr lang="en-US" dirty="0" smtClean="0"/>
            </a:br>
            <a:r>
              <a:rPr lang="en-US" dirty="0" smtClean="0"/>
              <a:t>Event, City, Country, Month XX, Year (10pt light)</a:t>
            </a:r>
          </a:p>
        </p:txBody>
      </p:sp>
      <p:pic>
        <p:nvPicPr>
          <p:cNvPr id="24" name="Picture 2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25" name="Picture 2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2" name="Title 1"/>
          <p:cNvSpPr>
            <a:spLocks noGrp="1"/>
          </p:cNvSpPr>
          <p:nvPr>
            <p:ph type="title" hasCustomPrompt="1"/>
          </p:nvPr>
        </p:nvSpPr>
        <p:spPr>
          <a:xfrm>
            <a:off x="727910" y="1673351"/>
            <a:ext cx="8961120" cy="1647830"/>
          </a:xfrm>
        </p:spPr>
        <p:txBody>
          <a:bodyPr/>
          <a:lstStyle>
            <a:lvl1pPr>
              <a:defRPr lang="en-US" sz="3600" b="0" cap="all" baseline="0" dirty="0">
                <a:solidFill>
                  <a:schemeClr val="accent5"/>
                </a:solidFill>
                <a:latin typeface="+mj-lt"/>
                <a:ea typeface="+mn-ea"/>
                <a:cs typeface="+mn-cs"/>
              </a:defRPr>
            </a:lvl1pPr>
          </a:lstStyle>
          <a:p>
            <a:pPr lvl="0"/>
            <a:r>
              <a:rPr lang="en-US" dirty="0" smtClean="0"/>
              <a:t>Document headline</a:t>
            </a:r>
            <a:br>
              <a:rPr lang="en-US" dirty="0" smtClean="0"/>
            </a:br>
            <a:r>
              <a:rPr lang="en-US" dirty="0" smtClean="0"/>
              <a:t>all caps (36pt light) </a:t>
            </a:r>
            <a:br>
              <a:rPr lang="en-US" dirty="0" smtClean="0"/>
            </a:br>
            <a:r>
              <a:rPr lang="en-US" dirty="0" smtClean="0"/>
              <a:t>three lines maximum</a:t>
            </a:r>
          </a:p>
        </p:txBody>
      </p:sp>
    </p:spTree>
    <p:extLst>
      <p:ext uri="{BB962C8B-B14F-4D97-AF65-F5344CB8AC3E}">
        <p14:creationId xmlns:p14="http://schemas.microsoft.com/office/powerpoint/2010/main" val="1488376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 Lines Cover AR">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3600" b="22681"/>
          <a:stretch/>
        </p:blipFill>
        <p:spPr>
          <a:xfrm>
            <a:off x="0" y="3355675"/>
            <a:ext cx="7181734" cy="3502326"/>
          </a:xfrm>
          <a:prstGeom prst="rect">
            <a:avLst/>
          </a:prstGeom>
        </p:spPr>
      </p:pic>
      <p:pic>
        <p:nvPicPr>
          <p:cNvPr id="15" name="Picture 14"/>
          <p:cNvPicPr>
            <a:picLocks noChangeAspect="1"/>
          </p:cNvPicPr>
          <p:nvPr userDrawn="1"/>
        </p:nvPicPr>
        <p:blipFill rotWithShape="1">
          <a:blip r:embed="rId3">
            <a:extLst>
              <a:ext uri="{28A0092B-C50C-407E-A947-70E740481C1C}">
                <a14:useLocalDpi xmlns:a14="http://schemas.microsoft.com/office/drawing/2010/main" val="0"/>
              </a:ext>
            </a:extLst>
          </a:blip>
          <a:srcRect l="5778" r="2298"/>
          <a:stretch/>
        </p:blipFill>
        <p:spPr>
          <a:xfrm>
            <a:off x="0" y="2266949"/>
            <a:ext cx="12192000" cy="3861067"/>
          </a:xfrm>
          <a:prstGeom prst="rect">
            <a:avLst/>
          </a:prstGeom>
        </p:spPr>
      </p:pic>
      <p:sp>
        <p:nvSpPr>
          <p:cNvPr id="36" name="Text Placeholder 35"/>
          <p:cNvSpPr>
            <a:spLocks noGrp="1"/>
          </p:cNvSpPr>
          <p:nvPr>
            <p:ph type="body" sz="quarter" idx="11" hasCustomPrompt="1"/>
          </p:nvPr>
        </p:nvSpPr>
        <p:spPr>
          <a:xfrm>
            <a:off x="5585181" y="3136599"/>
            <a:ext cx="5897725" cy="219075"/>
          </a:xfrm>
          <a:prstGeom prst="rect">
            <a:avLst/>
          </a:prstGeom>
        </p:spPr>
        <p:txBody>
          <a:bodyPr lIns="0" tIns="0" rIns="0" bIns="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200" b="0" cap="all" baseline="0" dirty="0" smtClean="0">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ar-SA" dirty="0" smtClean="0"/>
              <a:t>عنوان فرعي مختصر، اختياري، حجم الخط 12عادي</a:t>
            </a:r>
            <a:endParaRPr lang="en-US" dirty="0" smtClean="0"/>
          </a:p>
        </p:txBody>
      </p:sp>
      <p:sp>
        <p:nvSpPr>
          <p:cNvPr id="42" name="Text Placeholder 41"/>
          <p:cNvSpPr>
            <a:spLocks noGrp="1"/>
          </p:cNvSpPr>
          <p:nvPr>
            <p:ph type="body" sz="quarter" idx="18" hasCustomPrompt="1"/>
          </p:nvPr>
        </p:nvSpPr>
        <p:spPr>
          <a:xfrm>
            <a:off x="5585181" y="4142232"/>
            <a:ext cx="5897725" cy="164592"/>
          </a:xfrm>
        </p:spPr>
        <p:txBody>
          <a:bodyPr/>
          <a:lstStyle>
            <a:lvl1pPr algn="r" rtl="1">
              <a:defRPr sz="1000" baseline="0">
                <a:solidFill>
                  <a:schemeClr val="accent4"/>
                </a:solidFill>
                <a:latin typeface="SABIC Typeface Text Light" panose="020B0303060202020204" pitchFamily="34" charset="0"/>
                <a:cs typeface="+mn-cs"/>
              </a:defRPr>
            </a:lvl1pPr>
          </a:lstStyle>
          <a:p>
            <a:pPr lvl="0"/>
            <a:r>
              <a:rPr lang="ar-SA" dirty="0" smtClean="0"/>
              <a:t>تعليمات السرّية، حجم الخط 10خفيف</a:t>
            </a:r>
            <a:endParaRPr lang="en-US" dirty="0" smtClean="0"/>
          </a:p>
        </p:txBody>
      </p:sp>
      <p:sp>
        <p:nvSpPr>
          <p:cNvPr id="18" name="Text Placeholder 5"/>
          <p:cNvSpPr>
            <a:spLocks noGrp="1"/>
          </p:cNvSpPr>
          <p:nvPr>
            <p:ph type="body" sz="quarter" idx="15" hasCustomPrompt="1"/>
          </p:nvPr>
        </p:nvSpPr>
        <p:spPr>
          <a:xfrm>
            <a:off x="5585181" y="3684944"/>
            <a:ext cx="5896797" cy="446795"/>
          </a:xfrm>
        </p:spPr>
        <p:txBody>
          <a:bodyPr vert="horz" wrap="square" lIns="0" tIns="0" rIns="0" bIns="0" rtlCol="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000" baseline="0">
                <a:solidFill>
                  <a:schemeClr val="tx1"/>
                </a:solidFill>
                <a:latin typeface="SABIC Typeface Text Light" panose="020B0303060202020204" pitchFamily="34" charset="0"/>
                <a:cs typeface="+mn-cs"/>
              </a:defRPr>
            </a:lvl1pPr>
          </a:lstStyle>
          <a:p>
            <a:pPr lvl="0"/>
            <a:r>
              <a:rPr lang="ar-SA" dirty="0" smtClean="0"/>
              <a:t>اسم المؤلف، حجم الخط 10خفيف</a:t>
            </a:r>
            <a:br>
              <a:rPr lang="ar-SA" dirty="0" smtClean="0"/>
            </a:br>
            <a:r>
              <a:rPr lang="ar-SA" dirty="0" smtClean="0"/>
              <a:t>اسم المناسبة، المدينة، الدولة، الشهر، السنة، حجم الخط 10خفيف</a:t>
            </a:r>
            <a:endParaRPr lang="en-US" dirty="0" smtClean="0"/>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30" name="Picture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3646" y="631499"/>
            <a:ext cx="2058802" cy="414723"/>
          </a:xfrm>
          <a:prstGeom prst="rect">
            <a:avLst/>
          </a:prstGeom>
        </p:spPr>
      </p:pic>
      <p:sp>
        <p:nvSpPr>
          <p:cNvPr id="2" name="Title 1"/>
          <p:cNvSpPr>
            <a:spLocks noGrp="1"/>
          </p:cNvSpPr>
          <p:nvPr>
            <p:ph type="title" hasCustomPrompt="1"/>
          </p:nvPr>
        </p:nvSpPr>
        <p:spPr>
          <a:xfrm>
            <a:off x="2511552" y="1669660"/>
            <a:ext cx="8970426" cy="1317052"/>
          </a:xfrm>
        </p:spPr>
        <p:txBody>
          <a:bodyPr/>
          <a:lstStyle>
            <a:lvl1pPr algn="r" rtl="1">
              <a:lnSpc>
                <a:spcPct val="120000"/>
              </a:lnSpc>
              <a:defRPr lang="en-US" sz="3600" b="0" cap="all" baseline="0" dirty="0">
                <a:solidFill>
                  <a:schemeClr val="accent5"/>
                </a:solidFill>
                <a:latin typeface="SABIC Typeface Headline Light" panose="020B0303060202020204" pitchFamily="34" charset="0"/>
                <a:ea typeface="+mn-ea"/>
                <a:cs typeface="+mj-cs"/>
              </a:defRPr>
            </a:lvl1pPr>
          </a:lstStyle>
          <a:p>
            <a:pPr lvl="0"/>
            <a:r>
              <a:rPr lang="ar-SA" dirty="0" smtClean="0"/>
              <a:t>العنوان الرئيس، سطرين كحد أقصى، </a:t>
            </a:r>
            <a:br>
              <a:rPr lang="ar-SA" dirty="0" smtClean="0"/>
            </a:br>
            <a:r>
              <a:rPr lang="ar-SA" dirty="0" smtClean="0"/>
              <a:t>حجم الخط 36خفيف</a:t>
            </a:r>
            <a:endParaRPr lang="en-US" dirty="0"/>
          </a:p>
        </p:txBody>
      </p:sp>
    </p:spTree>
    <p:extLst>
      <p:ext uri="{BB962C8B-B14F-4D97-AF65-F5344CB8AC3E}">
        <p14:creationId xmlns:p14="http://schemas.microsoft.com/office/powerpoint/2010/main" val="32363609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 Lines Cover AR">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16532" b="12327"/>
          <a:stretch/>
        </p:blipFill>
        <p:spPr>
          <a:xfrm>
            <a:off x="0" y="3538728"/>
            <a:ext cx="2987040" cy="3319272"/>
          </a:xfrm>
          <a:prstGeom prst="rect">
            <a:avLst/>
          </a:prstGeom>
        </p:spPr>
      </p:pic>
      <p:pic>
        <p:nvPicPr>
          <p:cNvPr id="15" name="Picture 14"/>
          <p:cNvPicPr>
            <a:picLocks noChangeAspect="1"/>
          </p:cNvPicPr>
          <p:nvPr userDrawn="1"/>
        </p:nvPicPr>
        <p:blipFill rotWithShape="1">
          <a:blip r:embed="rId3">
            <a:extLst>
              <a:ext uri="{28A0092B-C50C-407E-A947-70E740481C1C}">
                <a14:useLocalDpi xmlns:a14="http://schemas.microsoft.com/office/drawing/2010/main" val="0"/>
              </a:ext>
            </a:extLst>
          </a:blip>
          <a:srcRect l="9997" b="21867"/>
          <a:stretch/>
        </p:blipFill>
        <p:spPr>
          <a:xfrm>
            <a:off x="0" y="1728370"/>
            <a:ext cx="10411968" cy="5129630"/>
          </a:xfrm>
          <a:prstGeom prst="rect">
            <a:avLst/>
          </a:prstGeom>
        </p:spPr>
      </p:pic>
      <p:sp>
        <p:nvSpPr>
          <p:cNvPr id="36" name="Text Placeholder 35"/>
          <p:cNvSpPr>
            <a:spLocks noGrp="1"/>
          </p:cNvSpPr>
          <p:nvPr>
            <p:ph type="body" sz="quarter" idx="11" hasCustomPrompt="1"/>
          </p:nvPr>
        </p:nvSpPr>
        <p:spPr>
          <a:xfrm>
            <a:off x="5585181" y="3798659"/>
            <a:ext cx="5897725" cy="219075"/>
          </a:xfrm>
          <a:prstGeom prst="rect">
            <a:avLst/>
          </a:prstGeom>
        </p:spPr>
        <p:txBody>
          <a:bodyPr lIns="0" tIns="0" rIns="0" bIns="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200" cap="all" baseline="0" dirty="0" smtClean="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ar-SA" dirty="0" smtClean="0"/>
              <a:t>عنوان فرعي مختصر، اختياري، حجم الخط 12عادي</a:t>
            </a:r>
            <a:endParaRPr lang="en-US" dirty="0" smtClean="0"/>
          </a:p>
        </p:txBody>
      </p:sp>
      <p:sp>
        <p:nvSpPr>
          <p:cNvPr id="42" name="Text Placeholder 41"/>
          <p:cNvSpPr>
            <a:spLocks noGrp="1"/>
          </p:cNvSpPr>
          <p:nvPr>
            <p:ph type="body" sz="quarter" idx="18" hasCustomPrompt="1"/>
          </p:nvPr>
        </p:nvSpPr>
        <p:spPr>
          <a:xfrm>
            <a:off x="5585181" y="4804292"/>
            <a:ext cx="5897725" cy="164592"/>
          </a:xfrm>
        </p:spPr>
        <p:txBody>
          <a:bodyPr/>
          <a:lstStyle>
            <a:lvl1pPr algn="r" rtl="1">
              <a:defRPr sz="1000" baseline="0">
                <a:solidFill>
                  <a:schemeClr val="accent4"/>
                </a:solidFill>
                <a:latin typeface="SABIC Typeface Text Light" panose="020B0303060202020204" pitchFamily="34" charset="0"/>
                <a:cs typeface="+mn-cs"/>
              </a:defRPr>
            </a:lvl1pPr>
          </a:lstStyle>
          <a:p>
            <a:pPr lvl="0"/>
            <a:r>
              <a:rPr lang="ar-SA" dirty="0" smtClean="0"/>
              <a:t>تعليمات السرّية، حجم الخط 10خفيف</a:t>
            </a:r>
            <a:endParaRPr lang="en-US" dirty="0" smtClean="0"/>
          </a:p>
        </p:txBody>
      </p:sp>
      <p:sp>
        <p:nvSpPr>
          <p:cNvPr id="18" name="Text Placeholder 5"/>
          <p:cNvSpPr>
            <a:spLocks noGrp="1"/>
          </p:cNvSpPr>
          <p:nvPr>
            <p:ph type="body" sz="quarter" idx="15" hasCustomPrompt="1"/>
          </p:nvPr>
        </p:nvSpPr>
        <p:spPr>
          <a:xfrm>
            <a:off x="5585181" y="4347004"/>
            <a:ext cx="5896797" cy="446795"/>
          </a:xfrm>
        </p:spPr>
        <p:txBody>
          <a:bodyPr vert="horz" wrap="square" lIns="0" tIns="0" rIns="0" bIns="0" rtlCol="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000" baseline="0">
                <a:solidFill>
                  <a:schemeClr val="tx1"/>
                </a:solidFill>
                <a:latin typeface="SABIC Typeface Text Light" panose="020B0303060202020204" pitchFamily="34" charset="0"/>
                <a:cs typeface="+mn-cs"/>
              </a:defRPr>
            </a:lvl1pPr>
          </a:lstStyle>
          <a:p>
            <a:pPr lvl="0"/>
            <a:r>
              <a:rPr lang="ar-SA" dirty="0" smtClean="0"/>
              <a:t>اسم المؤلف، حجم الخط 10خفيف</a:t>
            </a:r>
            <a:br>
              <a:rPr lang="ar-SA" dirty="0" smtClean="0"/>
            </a:br>
            <a:r>
              <a:rPr lang="ar-SA" dirty="0" smtClean="0"/>
              <a:t>اسم المناسبة، المدينة، الدولة، الشهر، السنة، حجم الخط 10خفيف</a:t>
            </a:r>
            <a:endParaRPr lang="en-US" dirty="0" smtClean="0"/>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30" name="Picture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3646" y="631499"/>
            <a:ext cx="2058802" cy="414723"/>
          </a:xfrm>
          <a:prstGeom prst="rect">
            <a:avLst/>
          </a:prstGeom>
        </p:spPr>
      </p:pic>
      <p:sp>
        <p:nvSpPr>
          <p:cNvPr id="2" name="Title 1"/>
          <p:cNvSpPr>
            <a:spLocks noGrp="1"/>
          </p:cNvSpPr>
          <p:nvPr>
            <p:ph type="title" hasCustomPrompt="1"/>
          </p:nvPr>
        </p:nvSpPr>
        <p:spPr>
          <a:xfrm>
            <a:off x="2511552" y="1669658"/>
            <a:ext cx="8970425" cy="1979115"/>
          </a:xfrm>
        </p:spPr>
        <p:txBody>
          <a:bodyPr/>
          <a:lstStyle>
            <a:lvl1pPr algn="r" rtl="1">
              <a:lnSpc>
                <a:spcPct val="120000"/>
              </a:lnSpc>
              <a:defRPr lang="en-US" sz="3600" b="0" cap="all" baseline="0" dirty="0">
                <a:solidFill>
                  <a:schemeClr val="accent5"/>
                </a:solidFill>
                <a:latin typeface="SABIC Typeface Headline Light" panose="020B0303060202020204" pitchFamily="34" charset="0"/>
                <a:ea typeface="+mn-ea"/>
                <a:cs typeface="+mj-cs"/>
              </a:defRPr>
            </a:lvl1pPr>
          </a:lstStyle>
          <a:p>
            <a:pPr lvl="0"/>
            <a:r>
              <a:rPr lang="ar-SA" dirty="0" smtClean="0"/>
              <a:t>العنوان الرئيس، </a:t>
            </a:r>
            <a:br>
              <a:rPr lang="ar-SA" dirty="0" smtClean="0"/>
            </a:br>
            <a:r>
              <a:rPr lang="ar-SA" dirty="0" smtClean="0"/>
              <a:t>ثلاثة أسطر كحد أقصى، </a:t>
            </a:r>
            <a:br>
              <a:rPr lang="ar-SA" dirty="0" smtClean="0"/>
            </a:br>
            <a:r>
              <a:rPr lang="ar-SA" dirty="0" smtClean="0"/>
              <a:t>حجم الخط 36خفيف</a:t>
            </a:r>
            <a:endParaRPr lang="en-US" dirty="0"/>
          </a:p>
        </p:txBody>
      </p:sp>
    </p:spTree>
    <p:extLst>
      <p:ext uri="{BB962C8B-B14F-4D97-AF65-F5344CB8AC3E}">
        <p14:creationId xmlns:p14="http://schemas.microsoft.com/office/powerpoint/2010/main" val="19223247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Blue Divider">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490179" y="406400"/>
            <a:ext cx="9942655" cy="577850"/>
          </a:xfrm>
          <a:prstGeom prst="rect">
            <a:avLst/>
          </a:prstGeom>
        </p:spPr>
        <p:txBody>
          <a:bodyPr lIns="0" tIns="0" rIns="0" bIns="0" anchor="b">
            <a:noAutofit/>
          </a:bodyPr>
          <a:lstStyle>
            <a:lvl1pPr rtl="0">
              <a:lnSpc>
                <a:spcPct val="100000"/>
              </a:lnSpc>
              <a:defRPr sz="2000" b="0" cap="all" baseline="0">
                <a:solidFill>
                  <a:schemeClr val="bg1"/>
                </a:solidFill>
                <a:latin typeface="+mj-lt"/>
              </a:defRPr>
            </a:lvl1pPr>
          </a:lstStyle>
          <a:p>
            <a:pPr>
              <a:buFontTx/>
            </a:pPr>
            <a:r>
              <a:rPr lang="en-US" dirty="0" smtClean="0"/>
              <a:t>Section divider subtitle (20PT light)</a:t>
            </a:r>
            <a:endParaRPr lang="en-GB" kern="0" dirty="0"/>
          </a:p>
        </p:txBody>
      </p:sp>
      <p:sp>
        <p:nvSpPr>
          <p:cNvPr id="14" name="Title 13"/>
          <p:cNvSpPr>
            <a:spLocks noGrp="1"/>
          </p:cNvSpPr>
          <p:nvPr>
            <p:ph type="title" hasCustomPrompt="1"/>
          </p:nvPr>
        </p:nvSpPr>
        <p:spPr>
          <a:xfrm>
            <a:off x="490180" y="1460401"/>
            <a:ext cx="10436060" cy="1645920"/>
          </a:xfrm>
        </p:spPr>
        <p:txBody>
          <a:bodyPr anchor="t"/>
          <a:lstStyle>
            <a:lvl1pPr>
              <a:lnSpc>
                <a:spcPct val="120000"/>
              </a:lnSpc>
              <a:defRPr sz="4400" cap="all" baseline="0">
                <a:solidFill>
                  <a:schemeClr val="bg1"/>
                </a:solidFill>
              </a:defRPr>
            </a:lvl1pPr>
          </a:lstStyle>
          <a:p>
            <a:pPr lvl="0"/>
            <a:r>
              <a:rPr lang="en-US" kern="0" dirty="0" smtClean="0"/>
              <a:t>Section divider</a:t>
            </a:r>
            <a:br>
              <a:rPr lang="en-US" kern="0" dirty="0" smtClean="0"/>
            </a:br>
            <a:r>
              <a:rPr lang="en-US" kern="0" dirty="0" smtClean="0"/>
              <a:t>Headline (44pt </a:t>
            </a:r>
            <a:r>
              <a:rPr lang="en-US" dirty="0" smtClean="0"/>
              <a:t>light</a:t>
            </a:r>
            <a:r>
              <a:rPr lang="en-US" kern="0" dirty="0" smtClean="0"/>
              <a:t>)</a:t>
            </a:r>
            <a:endParaRPr lang="en-US" dirty="0" smtClean="0"/>
          </a:p>
        </p:txBody>
      </p:sp>
      <p:sp>
        <p:nvSpPr>
          <p:cNvPr id="21"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Tree>
    <p:extLst>
      <p:ext uri="{BB962C8B-B14F-4D97-AF65-F5344CB8AC3E}">
        <p14:creationId xmlns:p14="http://schemas.microsoft.com/office/powerpoint/2010/main" val="1386766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ue Divider Numbering">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490179" y="1460401"/>
            <a:ext cx="10436061" cy="1645920"/>
          </a:xfrm>
        </p:spPr>
        <p:txBody>
          <a:bodyPr anchor="t"/>
          <a:lstStyle>
            <a:lvl1pPr>
              <a:lnSpc>
                <a:spcPct val="120000"/>
              </a:lnSpc>
              <a:defRPr sz="4400" cap="all" baseline="0">
                <a:solidFill>
                  <a:schemeClr val="bg1"/>
                </a:solidFill>
              </a:defRPr>
            </a:lvl1pPr>
          </a:lstStyle>
          <a:p>
            <a:pPr lvl="0"/>
            <a:r>
              <a:rPr lang="en-US" dirty="0" smtClean="0"/>
              <a:t>Optional numbering </a:t>
            </a:r>
            <a:br>
              <a:rPr lang="en-US" dirty="0" smtClean="0"/>
            </a:br>
            <a:r>
              <a:rPr lang="en-US" dirty="0" smtClean="0"/>
              <a:t>system </a:t>
            </a:r>
            <a:r>
              <a:rPr lang="en-US" kern="0" dirty="0" smtClean="0"/>
              <a:t>(44pt </a:t>
            </a:r>
            <a:r>
              <a:rPr lang="en-US" dirty="0" smtClean="0"/>
              <a:t>light</a:t>
            </a:r>
            <a:r>
              <a:rPr lang="en-US" kern="0" dirty="0" smtClean="0"/>
              <a:t>)</a:t>
            </a:r>
            <a:endParaRPr lang="en-US" dirty="0" smtClean="0"/>
          </a:p>
        </p:txBody>
      </p:sp>
      <p:sp>
        <p:nvSpPr>
          <p:cNvPr id="9" name="Text Placeholder 2"/>
          <p:cNvSpPr>
            <a:spLocks noGrp="1"/>
          </p:cNvSpPr>
          <p:nvPr>
            <p:ph type="body" sz="quarter" idx="13" hasCustomPrompt="1"/>
          </p:nvPr>
        </p:nvSpPr>
        <p:spPr>
          <a:xfrm>
            <a:off x="490179" y="406400"/>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lvl="0"/>
            <a:r>
              <a:rPr lang="en-US" dirty="0" smtClean="0"/>
              <a:t>Section divider subtitle (20PT light)</a:t>
            </a:r>
          </a:p>
        </p:txBody>
      </p:sp>
      <p:sp>
        <p:nvSpPr>
          <p:cNvPr id="10" name="Text Placeholder 5"/>
          <p:cNvSpPr>
            <a:spLocks noGrp="1"/>
          </p:cNvSpPr>
          <p:nvPr>
            <p:ph type="body" sz="quarter" idx="14" hasCustomPrompt="1"/>
          </p:nvPr>
        </p:nvSpPr>
        <p:spPr>
          <a:xfrm>
            <a:off x="5863811" y="3211948"/>
            <a:ext cx="5869603" cy="3693319"/>
          </a:xfrm>
          <a:prstGeom prst="rect">
            <a:avLst/>
          </a:prstGeom>
        </p:spPr>
        <p:txBody>
          <a:bodyPr lIns="0" tIns="0" rIns="0" bIns="0">
            <a:noAutofit/>
          </a:bodyPr>
          <a:lstStyle>
            <a:lvl1pPr algn="r">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2"/>
                </a:solidFill>
                <a:latin typeface="+mn-lt"/>
              </a:rPr>
              <a:pPr algn="r" eaLnBrk="0" hangingPunct="0">
                <a:buFontTx/>
                <a:buNone/>
              </a:pPr>
              <a:t>‹#›</a:t>
            </a:fld>
            <a:endParaRPr lang="en-GB" sz="900" dirty="0">
              <a:solidFill>
                <a:schemeClr val="bg2"/>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3907577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ue Divider AR">
    <p:bg>
      <p:bgPr>
        <a:gradFill flip="none" rotWithShape="1">
          <a:gsLst>
            <a:gs pos="90000">
              <a:srgbClr val="0047BB"/>
            </a:gs>
            <a:gs pos="10000">
              <a:schemeClr val="accent1"/>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1775291" y="406401"/>
            <a:ext cx="9942653" cy="577850"/>
          </a:xfrm>
          <a:prstGeom prst="rect">
            <a:avLst/>
          </a:prstGeom>
        </p:spPr>
        <p:txBody>
          <a:bodyPr lIns="0" tIns="0" rIns="0" bIns="0" anchor="b">
            <a:noAutofit/>
          </a:bodyPr>
          <a:lstStyle>
            <a:lvl1pPr algn="r" rtl="1">
              <a:lnSpc>
                <a:spcPct val="100000"/>
              </a:lnSpc>
              <a:defRPr sz="2000" b="0" cap="all" baseline="0">
                <a:solidFill>
                  <a:schemeClr val="bg1"/>
                </a:solidFill>
                <a:latin typeface="SABIC Typeface Headline Light" panose="020B0303060202020204" pitchFamily="34" charset="0"/>
                <a:cs typeface="+mj-cs"/>
              </a:defRPr>
            </a:lvl1pPr>
          </a:lstStyle>
          <a:p>
            <a:pPr>
              <a:buFontTx/>
            </a:pPr>
            <a:r>
              <a:rPr lang="ar-SA" dirty="0" smtClean="0"/>
              <a:t>عنوان فرعي للفاصل، حجم الخط 20خفيف</a:t>
            </a:r>
            <a:endParaRPr lang="en-US" kern="0" dirty="0" smtClean="0"/>
          </a:p>
        </p:txBody>
      </p:sp>
      <p:sp>
        <p:nvSpPr>
          <p:cNvPr id="21" name="Text Placeholder 7"/>
          <p:cNvSpPr>
            <a:spLocks noGrp="1"/>
          </p:cNvSpPr>
          <p:nvPr>
            <p:ph type="body" sz="quarter" idx="10" hasCustomPrompt="1"/>
          </p:nvPr>
        </p:nvSpPr>
        <p:spPr>
          <a:xfrm>
            <a:off x="1549791"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485715"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2" name="Title 1"/>
          <p:cNvSpPr>
            <a:spLocks noGrp="1"/>
          </p:cNvSpPr>
          <p:nvPr>
            <p:ph type="title" hasCustomPrompt="1"/>
          </p:nvPr>
        </p:nvSpPr>
        <p:spPr>
          <a:xfrm>
            <a:off x="1267744" y="1460401"/>
            <a:ext cx="10450200" cy="1645920"/>
          </a:xfrm>
        </p:spPr>
        <p:txBody>
          <a:bodyPr anchor="t"/>
          <a:lstStyle>
            <a:lvl1pPr algn="r" rtl="1">
              <a:lnSpc>
                <a:spcPct val="120000"/>
              </a:lnSpc>
              <a:defRPr sz="4400">
                <a:solidFill>
                  <a:schemeClr val="bg1"/>
                </a:solidFill>
              </a:defRPr>
            </a:lvl1pPr>
          </a:lstStyle>
          <a:p>
            <a:r>
              <a:rPr lang="ar-SA" kern="0" dirty="0" smtClean="0"/>
              <a:t>عنوان رئيس للفاصل</a:t>
            </a:r>
            <a:br>
              <a:rPr lang="ar-SA" kern="0" dirty="0" smtClean="0"/>
            </a:br>
            <a:r>
              <a:rPr lang="ar-SA" kern="0" dirty="0" smtClean="0"/>
              <a:t>حجم الخط 44</a:t>
            </a:r>
            <a:r>
              <a:rPr lang="ar-SA" dirty="0" smtClean="0"/>
              <a:t>خفيف</a:t>
            </a:r>
            <a:endParaRPr lang="en-US" dirty="0"/>
          </a:p>
        </p:txBody>
      </p:sp>
    </p:spTree>
    <p:extLst>
      <p:ext uri="{BB962C8B-B14F-4D97-AF65-F5344CB8AC3E}">
        <p14:creationId xmlns:p14="http://schemas.microsoft.com/office/powerpoint/2010/main" val="3485200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ue Divider Numbering AR">
    <p:bg>
      <p:bgPr>
        <a:gradFill flip="none" rotWithShape="1">
          <a:gsLst>
            <a:gs pos="90000">
              <a:srgbClr val="0047BB"/>
            </a:gs>
            <a:gs pos="10000">
              <a:schemeClr val="accent1"/>
            </a:gs>
          </a:gsLst>
          <a:lin ang="0" scaled="1"/>
          <a:tileRect/>
        </a:gradFill>
        <a:effectLst/>
      </p:bgPr>
    </p:bg>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1267876" y="1460401"/>
            <a:ext cx="10440395" cy="1645919"/>
          </a:xfrm>
        </p:spPr>
        <p:txBody>
          <a:bodyPr anchor="t"/>
          <a:lstStyle>
            <a:lvl1pPr algn="r" rtl="1">
              <a:lnSpc>
                <a:spcPct val="120000"/>
              </a:lnSpc>
              <a:defRPr sz="4400" cap="all" baseline="0">
                <a:solidFill>
                  <a:schemeClr val="bg1"/>
                </a:solidFill>
                <a:latin typeface="SABIC Typeface Headline Light" panose="020B0303060202020204" pitchFamily="34" charset="0"/>
                <a:cs typeface="+mj-cs"/>
              </a:defRPr>
            </a:lvl1pPr>
          </a:lstStyle>
          <a:p>
            <a:pPr>
              <a:buFontTx/>
            </a:pPr>
            <a:r>
              <a:rPr lang="ar-SA" dirty="0" smtClean="0"/>
              <a:t>عنوان رئيس لفاصل مرقم</a:t>
            </a:r>
            <a:br>
              <a:rPr lang="ar-SA" dirty="0" smtClean="0"/>
            </a:br>
            <a:r>
              <a:rPr lang="ar-SA" dirty="0" smtClean="0"/>
              <a:t>حجم الخط 44خفيف</a:t>
            </a:r>
            <a:endParaRPr lang="en-US" kern="0" dirty="0" smtClean="0"/>
          </a:p>
        </p:txBody>
      </p:sp>
      <p:sp>
        <p:nvSpPr>
          <p:cNvPr id="9" name="Text Placeholder 2"/>
          <p:cNvSpPr>
            <a:spLocks noGrp="1"/>
          </p:cNvSpPr>
          <p:nvPr>
            <p:ph type="body" sz="quarter" idx="13" hasCustomPrompt="1"/>
          </p:nvPr>
        </p:nvSpPr>
        <p:spPr>
          <a:xfrm>
            <a:off x="1775292" y="406401"/>
            <a:ext cx="9932979"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sz="2000" b="0" cap="all" baseline="0">
                <a:solidFill>
                  <a:schemeClr val="bg1"/>
                </a:solidFill>
                <a:latin typeface="SABIC Typeface Headline Light" panose="020B0303060202020204" pitchFamily="34" charset="0"/>
                <a:cs typeface="+mj-cs"/>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marL="0" marR="0" lvl="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a:pPr>
            <a:r>
              <a:rPr lang="ar-SA" dirty="0" smtClean="0"/>
              <a:t>عنوان فرعي لفاصل مرقم، حجم الخط 20خفيف</a:t>
            </a:r>
            <a:endParaRPr lang="en-US" kern="0" dirty="0" smtClean="0"/>
          </a:p>
        </p:txBody>
      </p:sp>
      <p:sp>
        <p:nvSpPr>
          <p:cNvPr id="10" name="Text Placeholder 5"/>
          <p:cNvSpPr>
            <a:spLocks noGrp="1"/>
          </p:cNvSpPr>
          <p:nvPr>
            <p:ph type="body" sz="quarter" idx="14" hasCustomPrompt="1"/>
          </p:nvPr>
        </p:nvSpPr>
        <p:spPr>
          <a:xfrm>
            <a:off x="490180" y="3211948"/>
            <a:ext cx="5869603" cy="3693319"/>
          </a:xfrm>
          <a:prstGeom prst="rect">
            <a:avLst/>
          </a:prstGeom>
        </p:spPr>
        <p:txBody>
          <a:bodyPr lIns="0" tIns="0" rIns="0" bIns="0">
            <a:noAutofit/>
          </a:bodyPr>
          <a:lstStyle>
            <a:lvl1pPr algn="l">
              <a:defRPr sz="22000" b="0">
                <a:solidFill>
                  <a:schemeClr val="bg1"/>
                </a:solidFill>
                <a:cs typeface="+mn-cs"/>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485847"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1540116"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Tree>
    <p:extLst>
      <p:ext uri="{BB962C8B-B14F-4D97-AF65-F5344CB8AC3E}">
        <p14:creationId xmlns:p14="http://schemas.microsoft.com/office/powerpoint/2010/main" val="7797003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Orange Divider">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10" name="Title 9"/>
          <p:cNvSpPr>
            <a:spLocks noGrp="1"/>
          </p:cNvSpPr>
          <p:nvPr>
            <p:ph type="title" hasCustomPrompt="1"/>
          </p:nvPr>
        </p:nvSpPr>
        <p:spPr>
          <a:xfrm>
            <a:off x="490180" y="1460401"/>
            <a:ext cx="10436060" cy="1645920"/>
          </a:xfrm>
        </p:spPr>
        <p:txBody>
          <a:bodyPr anchor="t"/>
          <a:lstStyle>
            <a:lvl1pPr>
              <a:lnSpc>
                <a:spcPct val="120000"/>
              </a:lnSpc>
              <a:defRPr sz="4400" cap="all" baseline="0">
                <a:solidFill>
                  <a:schemeClr val="bg1"/>
                </a:solidFill>
              </a:defRPr>
            </a:lvl1pPr>
          </a:lstStyle>
          <a:p>
            <a:pPr lvl="0"/>
            <a:r>
              <a:rPr lang="en-US" kern="0" dirty="0" smtClean="0"/>
              <a:t>Section divider</a:t>
            </a:r>
            <a:br>
              <a:rPr lang="en-US" kern="0" dirty="0" smtClean="0"/>
            </a:br>
            <a:r>
              <a:rPr lang="en-US" kern="0" dirty="0" smtClean="0"/>
              <a:t>Headline (44pt </a:t>
            </a:r>
            <a:r>
              <a:rPr lang="en-US" dirty="0" smtClean="0"/>
              <a:t>light</a:t>
            </a:r>
            <a:r>
              <a:rPr lang="en-US" kern="0" dirty="0" smtClean="0"/>
              <a:t>)</a:t>
            </a:r>
            <a:endParaRPr lang="en-US" dirty="0" smtClean="0"/>
          </a:p>
        </p:txBody>
      </p:sp>
      <p:sp>
        <p:nvSpPr>
          <p:cNvPr id="11" name="Text Placeholder 17"/>
          <p:cNvSpPr>
            <a:spLocks noGrp="1"/>
          </p:cNvSpPr>
          <p:nvPr>
            <p:ph type="body" sz="quarter" idx="11"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stStyle>
          <a:p>
            <a:pPr>
              <a:buFontTx/>
            </a:pPr>
            <a:r>
              <a:rPr lang="en-US" dirty="0" smtClean="0"/>
              <a:t>Section divider subtitle (20PT light)</a:t>
            </a:r>
            <a:endParaRPr lang="en-GB" kern="0" dirty="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2" name="Rectangle 9"/>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4"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8913413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Orange Divider Numbering">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79" y="1460401"/>
            <a:ext cx="10436061" cy="1645920"/>
          </a:xfrm>
        </p:spPr>
        <p:txBody>
          <a:bodyPr anchor="t"/>
          <a:lstStyle>
            <a:lvl1pPr>
              <a:lnSpc>
                <a:spcPct val="120000"/>
              </a:lnSpc>
              <a:defRPr sz="4400">
                <a:solidFill>
                  <a:schemeClr val="bg1"/>
                </a:solidFill>
              </a:defRPr>
            </a:lvl1pPr>
          </a:lstStyle>
          <a:p>
            <a:r>
              <a:rPr lang="en-US" dirty="0" smtClean="0"/>
              <a:t>Optional numbering </a:t>
            </a:r>
            <a:br>
              <a:rPr lang="en-US" dirty="0" smtClean="0"/>
            </a:br>
            <a:r>
              <a:rPr lang="en-US" dirty="0" smtClean="0"/>
              <a:t>system </a:t>
            </a:r>
            <a:r>
              <a:rPr lang="en-US" kern="0" dirty="0" smtClean="0"/>
              <a:t>(44pt </a:t>
            </a:r>
            <a:r>
              <a:rPr lang="en-US" dirty="0" smtClean="0"/>
              <a:t>light</a:t>
            </a:r>
            <a:r>
              <a:rPr lang="en-US" kern="0" dirty="0" smtClean="0"/>
              <a:t>)</a:t>
            </a:r>
            <a:endParaRPr lang="en-US" dirty="0"/>
          </a:p>
        </p:txBody>
      </p:sp>
      <p:sp>
        <p:nvSpPr>
          <p:cNvPr id="8" name="Text Placeholder 2"/>
          <p:cNvSpPr>
            <a:spLocks noGrp="1"/>
          </p:cNvSpPr>
          <p:nvPr>
            <p:ph type="body" sz="quarter" idx="13"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lvl="0"/>
            <a:r>
              <a:rPr lang="en-US" dirty="0" smtClean="0"/>
              <a:t>Section divider subtitle (20PT light)</a:t>
            </a:r>
          </a:p>
        </p:txBody>
      </p:sp>
      <p:sp>
        <p:nvSpPr>
          <p:cNvPr id="12" name="Text Placeholder 5"/>
          <p:cNvSpPr>
            <a:spLocks noGrp="1"/>
          </p:cNvSpPr>
          <p:nvPr>
            <p:ph type="body" sz="quarter" idx="14" hasCustomPrompt="1"/>
          </p:nvPr>
        </p:nvSpPr>
        <p:spPr>
          <a:xfrm>
            <a:off x="5910249" y="3211948"/>
            <a:ext cx="5823165" cy="3693319"/>
          </a:xfrm>
          <a:prstGeom prst="rect">
            <a:avLst/>
          </a:prstGeom>
        </p:spPr>
        <p:txBody>
          <a:bodyPr lIns="0" tIns="0" rIns="0" bIns="0">
            <a:noAutofit/>
          </a:bodyPr>
          <a:lstStyle>
            <a:lvl1pPr algn="r">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9" name="Rectangle 9"/>
          <p:cNvSpPr>
            <a:spLocks noChangeArrowheads="1"/>
          </p:cNvSpPr>
          <p:nvPr/>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4" name="Rectangle 13"/>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5"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21861891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Orange Divider AR">
    <p:bg>
      <p:bgPr>
        <a:gradFill flip="none" rotWithShape="1">
          <a:gsLst>
            <a:gs pos="90000">
              <a:srgbClr val="FFA300"/>
            </a:gs>
            <a:gs pos="10000">
              <a:schemeClr val="accent2"/>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1775291" y="406401"/>
            <a:ext cx="9942653" cy="577850"/>
          </a:xfrm>
          <a:prstGeom prst="rect">
            <a:avLst/>
          </a:prstGeom>
        </p:spPr>
        <p:txBody>
          <a:bodyPr lIns="0" tIns="0" rIns="0" bIns="0" anchor="b">
            <a:noAutofit/>
          </a:bodyPr>
          <a:lstStyle>
            <a:lvl1pPr algn="r" rtl="1">
              <a:lnSpc>
                <a:spcPct val="100000"/>
              </a:lnSpc>
              <a:defRPr sz="2000" b="0" cap="all" baseline="0">
                <a:solidFill>
                  <a:schemeClr val="bg1"/>
                </a:solidFill>
                <a:latin typeface="SABIC Typeface Headline Light" panose="020B0303060202020204" pitchFamily="34" charset="0"/>
                <a:cs typeface="+mj-cs"/>
              </a:defRPr>
            </a:lvl1pPr>
          </a:lstStyle>
          <a:p>
            <a:pPr>
              <a:buFontTx/>
            </a:pPr>
            <a:r>
              <a:rPr lang="ar-SA" dirty="0" smtClean="0"/>
              <a:t>عنوان فرعي للفاصل، حجم الخط 20خفيف</a:t>
            </a:r>
            <a:endParaRPr lang="en-US" kern="0" dirty="0" smtClean="0"/>
          </a:p>
        </p:txBody>
      </p:sp>
      <p:sp>
        <p:nvSpPr>
          <p:cNvPr id="14" name="Title 13"/>
          <p:cNvSpPr>
            <a:spLocks noGrp="1"/>
          </p:cNvSpPr>
          <p:nvPr>
            <p:ph type="title" hasCustomPrompt="1"/>
          </p:nvPr>
        </p:nvSpPr>
        <p:spPr>
          <a:xfrm>
            <a:off x="1267744" y="1460402"/>
            <a:ext cx="10450202" cy="1645920"/>
          </a:xfrm>
        </p:spPr>
        <p:txBody>
          <a:bodyPr anchor="t"/>
          <a:lstStyle>
            <a:lvl1pPr algn="r" rtl="1">
              <a:lnSpc>
                <a:spcPct val="120000"/>
              </a:lnSpc>
              <a:defRPr sz="4400" cap="all" baseline="0">
                <a:solidFill>
                  <a:schemeClr val="bg1"/>
                </a:solidFill>
                <a:latin typeface="SABIC Typeface Headline Light" panose="020B0303060202020204" pitchFamily="34" charset="0"/>
                <a:cs typeface="+mj-cs"/>
              </a:defRPr>
            </a:lvl1pPr>
          </a:lstStyle>
          <a:p>
            <a:pPr>
              <a:buFontTx/>
            </a:pPr>
            <a:r>
              <a:rPr lang="ar-SA" kern="0" dirty="0" smtClean="0"/>
              <a:t>عنوان رئيس للفاصل</a:t>
            </a:r>
            <a:br>
              <a:rPr lang="ar-SA" kern="0" dirty="0" smtClean="0"/>
            </a:br>
            <a:r>
              <a:rPr lang="ar-SA" kern="0" dirty="0" smtClean="0"/>
              <a:t>حجم الخط 44</a:t>
            </a:r>
            <a:r>
              <a:rPr lang="ar-SA" dirty="0" smtClean="0"/>
              <a:t>خفيف</a:t>
            </a:r>
            <a:endParaRPr lang="en-US" kern="0" dirty="0" smtClean="0"/>
          </a:p>
        </p:txBody>
      </p:sp>
      <p:sp>
        <p:nvSpPr>
          <p:cNvPr id="21" name="Text Placeholder 7"/>
          <p:cNvSpPr>
            <a:spLocks noGrp="1"/>
          </p:cNvSpPr>
          <p:nvPr>
            <p:ph type="body" sz="quarter" idx="10" hasCustomPrompt="1"/>
          </p:nvPr>
        </p:nvSpPr>
        <p:spPr>
          <a:xfrm>
            <a:off x="1549791"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485715"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Tree>
    <p:extLst>
      <p:ext uri="{BB962C8B-B14F-4D97-AF65-F5344CB8AC3E}">
        <p14:creationId xmlns:p14="http://schemas.microsoft.com/office/powerpoint/2010/main" val="11813059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range Divider Numbering AR">
    <p:bg>
      <p:bgPr>
        <a:gradFill flip="none" rotWithShape="1">
          <a:gsLst>
            <a:gs pos="90000">
              <a:srgbClr val="FFA300"/>
            </a:gs>
            <a:gs pos="10000">
              <a:schemeClr val="accent2"/>
            </a:gs>
          </a:gsLst>
          <a:lin ang="0" scaled="1"/>
          <a:tileRect/>
        </a:gradFill>
        <a:effectLst/>
      </p:bgPr>
    </p:bg>
    <p:spTree>
      <p:nvGrpSpPr>
        <p:cNvPr id="1" name=""/>
        <p:cNvGrpSpPr/>
        <p:nvPr/>
      </p:nvGrpSpPr>
      <p:grpSpPr>
        <a:xfrm>
          <a:off x="0" y="0"/>
          <a:ext cx="0" cy="0"/>
          <a:chOff x="0" y="0"/>
          <a:chExt cx="0" cy="0"/>
        </a:xfrm>
      </p:grpSpPr>
      <p:sp>
        <p:nvSpPr>
          <p:cNvPr id="9" name="Text Placeholder 2"/>
          <p:cNvSpPr>
            <a:spLocks noGrp="1"/>
          </p:cNvSpPr>
          <p:nvPr>
            <p:ph type="body" sz="quarter" idx="13" hasCustomPrompt="1"/>
          </p:nvPr>
        </p:nvSpPr>
        <p:spPr>
          <a:xfrm>
            <a:off x="1765617" y="406401"/>
            <a:ext cx="9942654"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sz="2000" b="0" cap="all" baseline="0">
                <a:solidFill>
                  <a:schemeClr val="bg1"/>
                </a:solidFill>
                <a:latin typeface="SABIC Typeface Headline Light" panose="020B0303060202020204" pitchFamily="34" charset="0"/>
                <a:cs typeface="+mj-cs"/>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marL="0" marR="0" lvl="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a:pPr>
            <a:r>
              <a:rPr lang="ar-SA" dirty="0" smtClean="0"/>
              <a:t>عنوان فرعي لفاصل مرقم، حجم الخط 20خفيف</a:t>
            </a:r>
            <a:endParaRPr lang="en-US" kern="0" dirty="0" smtClean="0"/>
          </a:p>
        </p:txBody>
      </p:sp>
      <p:sp>
        <p:nvSpPr>
          <p:cNvPr id="10" name="Text Placeholder 5"/>
          <p:cNvSpPr>
            <a:spLocks noGrp="1"/>
          </p:cNvSpPr>
          <p:nvPr>
            <p:ph type="body" sz="quarter" idx="14" hasCustomPrompt="1"/>
          </p:nvPr>
        </p:nvSpPr>
        <p:spPr>
          <a:xfrm>
            <a:off x="490180" y="3211948"/>
            <a:ext cx="5869603" cy="3693319"/>
          </a:xfrm>
          <a:prstGeom prst="rect">
            <a:avLst/>
          </a:prstGeom>
        </p:spPr>
        <p:txBody>
          <a:bodyPr lIns="0" tIns="0" rIns="0" bIns="0">
            <a:noAutofit/>
          </a:bodyPr>
          <a:lstStyle>
            <a:lvl1pPr algn="l">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485847"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2"/>
                </a:solidFill>
                <a:latin typeface="+mn-lt"/>
              </a:rPr>
              <a:pPr algn="l" eaLnBrk="0" hangingPunct="0">
                <a:buFontTx/>
                <a:buNone/>
              </a:pPr>
              <a:t>‹#›</a:t>
            </a:fld>
            <a:endParaRPr lang="en-GB" sz="900" dirty="0">
              <a:solidFill>
                <a:schemeClr val="bg2"/>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1540116"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2" name="Title 1"/>
          <p:cNvSpPr>
            <a:spLocks noGrp="1"/>
          </p:cNvSpPr>
          <p:nvPr>
            <p:ph type="title" hasCustomPrompt="1"/>
          </p:nvPr>
        </p:nvSpPr>
        <p:spPr>
          <a:xfrm>
            <a:off x="1267876" y="1460401"/>
            <a:ext cx="10455975" cy="1645919"/>
          </a:xfrm>
        </p:spPr>
        <p:txBody>
          <a:bodyPr anchor="t"/>
          <a:lstStyle>
            <a:lvl1pPr algn="r" rtl="1">
              <a:lnSpc>
                <a:spcPct val="120000"/>
              </a:lnSpc>
              <a:defRPr sz="4400">
                <a:solidFill>
                  <a:schemeClr val="bg1"/>
                </a:solidFill>
                <a:cs typeface="+mj-cs"/>
              </a:defRPr>
            </a:lvl1pPr>
          </a:lstStyle>
          <a:p>
            <a:r>
              <a:rPr lang="ar-SA" dirty="0" smtClean="0"/>
              <a:t>عنوان رئيس لفاصل مرقم</a:t>
            </a:r>
            <a:br>
              <a:rPr lang="ar-SA" dirty="0" smtClean="0"/>
            </a:br>
            <a:r>
              <a:rPr lang="ar-SA" dirty="0" smtClean="0"/>
              <a:t>حجم الخط 44خفيف</a:t>
            </a:r>
            <a:endParaRPr lang="en-US" dirty="0"/>
          </a:p>
        </p:txBody>
      </p:sp>
    </p:spTree>
    <p:extLst>
      <p:ext uri="{BB962C8B-B14F-4D97-AF65-F5344CB8AC3E}">
        <p14:creationId xmlns:p14="http://schemas.microsoft.com/office/powerpoint/2010/main" val="2482093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flip="none" rotWithShape="1">
          <a:gsLst>
            <a:gs pos="10000">
              <a:srgbClr val="939598"/>
            </a:gs>
            <a:gs pos="90000">
              <a:schemeClr val="accent6">
                <a:lumMod val="40000"/>
                <a:lumOff val="60000"/>
              </a:schemeClr>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79" y="1460401"/>
            <a:ext cx="10436061" cy="1645920"/>
          </a:xfrm>
        </p:spPr>
        <p:txBody>
          <a:bodyPr anchor="t"/>
          <a:lstStyle>
            <a:lvl1pPr>
              <a:lnSpc>
                <a:spcPct val="120000"/>
              </a:lnSpc>
              <a:defRPr sz="4400">
                <a:solidFill>
                  <a:schemeClr val="bg1"/>
                </a:solidFill>
              </a:defRPr>
            </a:lvl1pPr>
          </a:lstStyle>
          <a:p>
            <a:r>
              <a:rPr lang="en-US" kern="0" dirty="0" smtClean="0"/>
              <a:t>gray dividers for</a:t>
            </a:r>
            <a:br>
              <a:rPr lang="en-US" kern="0" dirty="0" smtClean="0"/>
            </a:br>
            <a:r>
              <a:rPr lang="en-US" kern="0" dirty="0" smtClean="0"/>
              <a:t>appendix only (44pt </a:t>
            </a:r>
            <a:r>
              <a:rPr lang="en-US" dirty="0" smtClean="0"/>
              <a:t>light</a:t>
            </a:r>
            <a:r>
              <a:rPr lang="en-US" kern="0" dirty="0" smtClean="0"/>
              <a:t>)</a:t>
            </a:r>
            <a:endParaRPr lang="en-US" dirty="0"/>
          </a:p>
        </p:txBody>
      </p:sp>
      <p:sp>
        <p:nvSpPr>
          <p:cNvPr id="11" name="Text Placeholder 17"/>
          <p:cNvSpPr>
            <a:spLocks noGrp="1"/>
          </p:cNvSpPr>
          <p:nvPr>
            <p:ph type="body" sz="quarter" idx="11"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stStyle>
          <a:p>
            <a:pPr>
              <a:buFontTx/>
            </a:pPr>
            <a:r>
              <a:rPr lang="en-US" dirty="0" smtClean="0"/>
              <a:t>Appendix divider subtitle (20PT light)</a:t>
            </a:r>
            <a:endParaRPr lang="en-GB" kern="0" dirty="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0" name="Rectangle 9"/>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4" name="Rectangle 13"/>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3"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3546253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ppendix Divider AR">
    <p:bg>
      <p:bgPr>
        <a:gradFill flip="none" rotWithShape="1">
          <a:gsLst>
            <a:gs pos="90000">
              <a:srgbClr val="939598"/>
            </a:gs>
            <a:gs pos="10000">
              <a:schemeClr val="accent6">
                <a:lumMod val="40000"/>
                <a:lumOff val="60000"/>
              </a:schemeClr>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68379" y="1460401"/>
            <a:ext cx="10455471" cy="1645920"/>
          </a:xfrm>
        </p:spPr>
        <p:txBody>
          <a:bodyPr anchor="t"/>
          <a:lstStyle>
            <a:lvl1pPr algn="r" rtl="1">
              <a:lnSpc>
                <a:spcPct val="120000"/>
              </a:lnSpc>
              <a:defRPr sz="4400">
                <a:solidFill>
                  <a:schemeClr val="bg1"/>
                </a:solidFill>
                <a:cs typeface="+mj-cs"/>
              </a:defRPr>
            </a:lvl1pPr>
          </a:lstStyle>
          <a:p>
            <a:r>
              <a:rPr lang="ar-SA" kern="0" dirty="0" smtClean="0"/>
              <a:t>فاصل رمادي للملحق فقط</a:t>
            </a:r>
            <a:br>
              <a:rPr lang="ar-SA" kern="0" dirty="0" smtClean="0"/>
            </a:br>
            <a:r>
              <a:rPr lang="ar-SA" dirty="0" smtClean="0"/>
              <a:t>حجم الخط 44خفيف</a:t>
            </a:r>
            <a:endParaRPr lang="en-US" dirty="0"/>
          </a:p>
        </p:txBody>
      </p:sp>
      <p:sp>
        <p:nvSpPr>
          <p:cNvPr id="11" name="Text Placeholder 17"/>
          <p:cNvSpPr>
            <a:spLocks noGrp="1"/>
          </p:cNvSpPr>
          <p:nvPr>
            <p:ph type="body" sz="quarter" idx="11" hasCustomPrompt="1"/>
          </p:nvPr>
        </p:nvSpPr>
        <p:spPr>
          <a:xfrm>
            <a:off x="1775291" y="406401"/>
            <a:ext cx="9939539"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Tx/>
              <a:buNone/>
              <a:tabLst/>
              <a:defRPr sz="2000" b="0" cap="all" baseline="0">
                <a:solidFill>
                  <a:schemeClr val="bg1"/>
                </a:solidFill>
                <a:latin typeface="SABIC Typeface Headline Light" panose="020B0303060202020204" pitchFamily="34" charset="0"/>
                <a:cs typeface="+mj-cs"/>
              </a:defRPr>
            </a:lvl1pPr>
          </a:lstStyle>
          <a:p>
            <a:pPr marL="0" marR="0" lvl="0" indent="0" algn="r" defTabSz="914400" rtl="1" eaLnBrk="1" fontAlgn="base" latinLnBrk="0" hangingPunct="1">
              <a:lnSpc>
                <a:spcPct val="100000"/>
              </a:lnSpc>
              <a:spcBef>
                <a:spcPts val="0"/>
              </a:spcBef>
              <a:spcAft>
                <a:spcPct val="0"/>
              </a:spcAft>
              <a:buClr>
                <a:schemeClr val="tx1"/>
              </a:buClr>
              <a:buSzTx/>
              <a:buFontTx/>
              <a:buNone/>
              <a:tabLst/>
              <a:defRPr/>
            </a:pPr>
            <a:r>
              <a:rPr lang="ar-SA" dirty="0" smtClean="0"/>
              <a:t>عنوان فرعي لفاصل الملحق، حجم الخط 20خفيف</a:t>
            </a:r>
            <a:endParaRPr lang="en-US" kern="0"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0" name="Rectangle 9"/>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4" name="Rectangle 13"/>
          <p:cNvSpPr>
            <a:spLocks noChangeArrowheads="1"/>
          </p:cNvSpPr>
          <p:nvPr userDrawn="1"/>
        </p:nvSpPr>
        <p:spPr bwMode="invGray">
          <a:xfrm>
            <a:off x="486350"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13" name="Text Placeholder 7"/>
          <p:cNvSpPr>
            <a:spLocks noGrp="1"/>
          </p:cNvSpPr>
          <p:nvPr>
            <p:ph type="body" sz="quarter" idx="10" hasCustomPrompt="1"/>
          </p:nvPr>
        </p:nvSpPr>
        <p:spPr>
          <a:xfrm>
            <a:off x="1555697"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Tree>
    <p:extLst>
      <p:ext uri="{BB962C8B-B14F-4D97-AF65-F5344CB8AC3E}">
        <p14:creationId xmlns:p14="http://schemas.microsoft.com/office/powerpoint/2010/main" val="31224125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85747" y="1281018"/>
            <a:ext cx="11194840" cy="5026452"/>
          </a:xfrm>
          <a:prstGeom prst="rect">
            <a:avLst/>
          </a:prstGeom>
        </p:spPr>
        <p:txBody>
          <a:bodyPr/>
          <a:lstStyle>
            <a:lvl1pPr>
              <a:lnSpc>
                <a:spcPct val="120000"/>
              </a:lnSpc>
              <a:spcBef>
                <a:spcPts val="0"/>
              </a:spcBef>
              <a:defRPr sz="1600" b="0">
                <a:solidFill>
                  <a:schemeClr val="tx1"/>
                </a:solidFill>
              </a:defRPr>
            </a:lvl1pPr>
            <a:lvl2pPr>
              <a:lnSpc>
                <a:spcPct val="120000"/>
              </a:lnSpc>
              <a:spcBef>
                <a:spcPts val="0"/>
              </a:spcBef>
              <a:defRPr sz="1600">
                <a:solidFill>
                  <a:schemeClr val="tx1"/>
                </a:solidFill>
              </a:defRPr>
            </a:lvl2pPr>
            <a:lvl3pPr marL="548640" indent="-274320">
              <a:lnSpc>
                <a:spcPct val="120000"/>
              </a:lnSpc>
              <a:spcBef>
                <a:spcPts val="0"/>
              </a:spcBef>
              <a:defRPr sz="1600">
                <a:solidFill>
                  <a:schemeClr val="tx1"/>
                </a:solidFill>
              </a:defRPr>
            </a:lvl3pPr>
            <a:lvl4pPr marL="822960" indent="-274320">
              <a:lnSpc>
                <a:spcPct val="120000"/>
              </a:lnSpc>
              <a:spcBef>
                <a:spcPts val="0"/>
              </a:spcBef>
              <a:defRPr sz="1600">
                <a:solidFill>
                  <a:schemeClr val="tx1"/>
                </a:solidFill>
              </a:defRPr>
            </a:lvl4pPr>
            <a:lvl5pPr indent="-274320">
              <a:lnSpc>
                <a:spcPct val="120000"/>
              </a:lnSpc>
              <a:spcBef>
                <a:spcPts val="0"/>
              </a:spcBef>
              <a:defRPr sz="16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5"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light)</a:t>
            </a:r>
          </a:p>
        </p:txBody>
      </p:sp>
      <p:sp>
        <p:nvSpPr>
          <p:cNvPr id="6" name="Text Placeholder 7"/>
          <p:cNvSpPr>
            <a:spLocks noGrp="1"/>
          </p:cNvSpPr>
          <p:nvPr>
            <p:ph type="body" sz="quarter" idx="13" hasCustomPrompt="1"/>
          </p:nvPr>
        </p:nvSpPr>
        <p:spPr>
          <a:xfrm>
            <a:off x="7860645" y="6522335"/>
            <a:ext cx="3276179" cy="130805"/>
          </a:xfrm>
          <a:prstGeom prst="rect">
            <a:avLst/>
          </a:prstGeom>
        </p:spPr>
        <p:txBody>
          <a:bodyPr wrap="square">
            <a:noAutofit/>
          </a:bodyPr>
          <a:lstStyle>
            <a:lvl1pPr algn="r">
              <a:defRPr sz="850" b="0" cap="all" baseline="0">
                <a:solidFill>
                  <a:schemeClr val="accent4"/>
                </a:solidFill>
              </a:defRPr>
            </a:lvl1pPr>
          </a:lstStyle>
          <a:p>
            <a:pPr lvl="0"/>
            <a:r>
              <a:rPr lang="en-US" dirty="0" smtClean="0"/>
              <a:t>Confidential marks all caps (8.5pt light)</a:t>
            </a:r>
          </a:p>
        </p:txBody>
      </p:sp>
      <p:sp>
        <p:nvSpPr>
          <p:cNvPr id="2" name="Title 1"/>
          <p:cNvSpPr>
            <a:spLocks noGrp="1"/>
          </p:cNvSpPr>
          <p:nvPr>
            <p:ph type="title" hasCustomPrompt="1"/>
          </p:nvPr>
        </p:nvSpPr>
        <p:spPr/>
        <p:txBody>
          <a:bodyPr/>
          <a:lstStyle/>
          <a:p>
            <a:r>
              <a:rPr lang="en-US" dirty="0" smtClean="0">
                <a:solidFill>
                  <a:schemeClr val="tx2"/>
                </a:solidFill>
              </a:rPr>
              <a:t>Headline in caps (20pt light)</a:t>
            </a:r>
            <a:endParaRPr lang="en-US" dirty="0"/>
          </a:p>
        </p:txBody>
      </p:sp>
    </p:spTree>
    <p:extLst>
      <p:ext uri="{BB962C8B-B14F-4D97-AF65-F5344CB8AC3E}">
        <p14:creationId xmlns:p14="http://schemas.microsoft.com/office/powerpoint/2010/main" val="11172926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AR">
    <p:spTree>
      <p:nvGrpSpPr>
        <p:cNvPr id="1" name=""/>
        <p:cNvGrpSpPr/>
        <p:nvPr/>
      </p:nvGrpSpPr>
      <p:grpSpPr>
        <a:xfrm>
          <a:off x="0" y="0"/>
          <a:ext cx="0" cy="0"/>
          <a:chOff x="0" y="0"/>
          <a:chExt cx="0" cy="0"/>
        </a:xfrm>
      </p:grpSpPr>
      <p:sp>
        <p:nvSpPr>
          <p:cNvPr id="2" name="Rectangle 1"/>
          <p:cNvSpPr/>
          <p:nvPr userDrawn="1"/>
        </p:nvSpPr>
        <p:spPr bwMode="auto">
          <a:xfrm>
            <a:off x="11018431" y="6522335"/>
            <a:ext cx="743009" cy="143579"/>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3" tIns="91413" rIns="91413" bIns="91413" numCol="1" rtlCol="0" anchor="ctr" anchorCtr="0" compatLnSpc="1">
            <a:prstTxWarp prst="textNoShape">
              <a:avLst/>
            </a:prstTxWarp>
          </a:bodyPr>
          <a:lstStyle/>
          <a:p>
            <a:pPr marL="0" marR="0" indent="0" algn="ctr" defTabSz="1160922" rtl="0" eaLnBrk="1" fontAlgn="base" latinLnBrk="0" hangingPunct="1">
              <a:lnSpc>
                <a:spcPct val="100000"/>
              </a:lnSpc>
              <a:spcBef>
                <a:spcPct val="0"/>
              </a:spcBef>
              <a:spcAft>
                <a:spcPct val="0"/>
              </a:spcAft>
              <a:buClrTx/>
              <a:buSzTx/>
              <a:buFont typeface="Wingdings" pitchFamily="2" charset="2"/>
              <a:buNone/>
              <a:tabLst/>
            </a:pPr>
            <a:endParaRPr kumimoji="0" lang="en-US" sz="2031" b="0" i="0" u="none" strike="noStrike" cap="none" normalizeH="0" baseline="0" dirty="0" smtClean="0">
              <a:ln>
                <a:noFill/>
              </a:ln>
              <a:solidFill>
                <a:schemeClr val="tx1"/>
              </a:solidFill>
              <a:effectLst/>
              <a:latin typeface="Arial" pitchFamily="34" charset="0"/>
            </a:endParaRPr>
          </a:p>
        </p:txBody>
      </p:sp>
      <p:sp>
        <p:nvSpPr>
          <p:cNvPr id="3" name="Content Placeholder 2"/>
          <p:cNvSpPr>
            <a:spLocks noGrp="1"/>
          </p:cNvSpPr>
          <p:nvPr>
            <p:ph idx="1" hasCustomPrompt="1"/>
          </p:nvPr>
        </p:nvSpPr>
        <p:spPr>
          <a:xfrm>
            <a:off x="485747" y="1281018"/>
            <a:ext cx="11194840" cy="5026452"/>
          </a:xfrm>
          <a:prstGeom prst="rect">
            <a:avLst/>
          </a:prstGeom>
        </p:spPr>
        <p:txBody>
          <a:bodyPr/>
          <a:lstStyle>
            <a:lvl1pPr marL="0" indent="0" algn="r" rtl="1">
              <a:lnSpc>
                <a:spcPct val="120000"/>
              </a:lnSpc>
              <a:spcBef>
                <a:spcPts val="0"/>
              </a:spcBef>
              <a:buFont typeface="Arial" panose="020B0604020202020204" pitchFamily="34" charset="0"/>
              <a:buNone/>
              <a:defRPr lang="en-US" dirty="0" smtClean="0">
                <a:latin typeface="SABIC Typeface Text Light" panose="020B0303060202020204" pitchFamily="34" charset="0"/>
                <a:cs typeface="+mn-cs"/>
              </a:defRPr>
            </a:lvl1pPr>
            <a:lvl2pPr marL="348277" indent="-348277" algn="r" rtl="1">
              <a:lnSpc>
                <a:spcPct val="120000"/>
              </a:lnSpc>
              <a:spcBef>
                <a:spcPts val="0"/>
              </a:spcBef>
              <a:buFont typeface="Arial" panose="020B0604020202020204" pitchFamily="34" charset="0"/>
              <a:buChar char="•"/>
              <a:defRPr lang="ar-SA" dirty="0" smtClean="0"/>
            </a:lvl2pPr>
            <a:lvl3pPr marL="457517" marR="0" indent="0" algn="r" defTabSz="1160922" rtl="1" eaLnBrk="1" fontAlgn="base" latinLnBrk="0" hangingPunct="1">
              <a:lnSpc>
                <a:spcPct val="120000"/>
              </a:lnSpc>
              <a:spcBef>
                <a:spcPts val="0"/>
              </a:spcBef>
              <a:spcAft>
                <a:spcPct val="0"/>
              </a:spcAft>
              <a:buClr>
                <a:schemeClr val="tx1"/>
              </a:buClr>
              <a:buSzTx/>
              <a:buFontTx/>
              <a:buNone/>
              <a:tabLst/>
              <a:defRPr lang="en-US" dirty="0" smtClean="0"/>
            </a:lvl3pPr>
            <a:lvl4pPr marL="792087" marR="0" indent="0" algn="r" defTabSz="1160922" rtl="1" eaLnBrk="1" fontAlgn="base" latinLnBrk="0" hangingPunct="1">
              <a:lnSpc>
                <a:spcPct val="120000"/>
              </a:lnSpc>
              <a:spcBef>
                <a:spcPts val="0"/>
              </a:spcBef>
              <a:spcAft>
                <a:spcPct val="0"/>
              </a:spcAft>
              <a:buClr>
                <a:schemeClr val="tx1"/>
              </a:buClr>
              <a:buSzTx/>
              <a:buFontTx/>
              <a:buNone/>
              <a:tabLst/>
              <a:defRPr lang="en-US" dirty="0" smtClean="0"/>
            </a:lvl4pPr>
            <a:lvl5pPr marL="1152860" marR="0" indent="0" algn="r" defTabSz="1160922" rtl="1" eaLnBrk="1" fontAlgn="base" latinLnBrk="0" hangingPunct="1">
              <a:lnSpc>
                <a:spcPct val="120000"/>
              </a:lnSpc>
              <a:spcBef>
                <a:spcPts val="0"/>
              </a:spcBef>
              <a:spcAft>
                <a:spcPct val="0"/>
              </a:spcAft>
              <a:buClr>
                <a:schemeClr val="tx1"/>
              </a:buClr>
              <a:buSzTx/>
              <a:buFontTx/>
              <a:buNone/>
              <a:tabLst/>
              <a:defRPr lang="en-GB" dirty="0"/>
            </a:lvl5pPr>
          </a:lstStyle>
          <a:p>
            <a:pPr lvl="0"/>
            <a:r>
              <a:rPr lang="ar-SA" dirty="0" smtClean="0"/>
              <a:t>أنقر لإضافة نص هنا</a:t>
            </a:r>
          </a:p>
        </p:txBody>
      </p:sp>
      <p:sp>
        <p:nvSpPr>
          <p:cNvPr id="5" name="Text Placeholder 7"/>
          <p:cNvSpPr>
            <a:spLocks noGrp="1"/>
          </p:cNvSpPr>
          <p:nvPr>
            <p:ph type="body" sz="quarter" idx="12" hasCustomPrompt="1"/>
          </p:nvPr>
        </p:nvSpPr>
        <p:spPr>
          <a:xfrm>
            <a:off x="4402996" y="6522335"/>
            <a:ext cx="7277590" cy="130805"/>
          </a:xfrm>
          <a:prstGeom prst="rect">
            <a:avLst/>
          </a:prstGeom>
        </p:spPr>
        <p:txBody>
          <a:bodyPr wrap="square">
            <a:noAutofit/>
          </a:bodyPr>
          <a:lstStyle>
            <a:lvl1pPr marL="0" marR="0" indent="0" algn="r" defTabSz="914400" rtl="1" eaLnBrk="1" fontAlgn="base" latinLnBrk="0" hangingPunct="1">
              <a:lnSpc>
                <a:spcPct val="120000"/>
              </a:lnSpc>
              <a:spcBef>
                <a:spcPts val="0"/>
              </a:spcBef>
              <a:spcAft>
                <a:spcPct val="0"/>
              </a:spcAft>
              <a:buClr>
                <a:schemeClr val="tx1"/>
              </a:buClr>
              <a:buSzTx/>
              <a:buFont typeface="Arial" pitchFamily="34" charset="0"/>
              <a:buNone/>
              <a:tabLst/>
              <a:defRPr sz="850" b="0" cap="none" baseline="0">
                <a:latin typeface="SABIC Typeface Text Light" panose="020B0303060202020204" pitchFamily="34" charset="0"/>
                <a:cs typeface="+mn-cs"/>
              </a:defRPr>
            </a:lvl1pPr>
          </a:lstStyle>
          <a:p>
            <a:pPr marL="0" marR="0" lvl="0" indent="0" algn="r" defTabSz="914400" rtl="1" eaLnBrk="1" fontAlgn="base" latinLnBrk="0" hangingPunct="1">
              <a:lnSpc>
                <a:spcPct val="120000"/>
              </a:lnSpc>
              <a:spcBef>
                <a:spcPts val="0"/>
              </a:spcBef>
              <a:spcAft>
                <a:spcPct val="0"/>
              </a:spcAft>
              <a:buClr>
                <a:schemeClr val="tx1"/>
              </a:buClr>
              <a:buSzTx/>
              <a:buFont typeface="Arial" pitchFamily="34" charset="0"/>
              <a:buNone/>
              <a:tabLst/>
              <a:defRPr/>
            </a:pPr>
            <a:r>
              <a:rPr lang="ar-SA" dirty="0" smtClean="0"/>
              <a:t>هامش: مصدر المعلومات، الملاحظات، توضيح حقوق العلامة التجارية، حجم الخط 8.5خفيف</a:t>
            </a:r>
            <a:endParaRPr lang="en-US" dirty="0" smtClean="0"/>
          </a:p>
        </p:txBody>
      </p:sp>
      <p:sp>
        <p:nvSpPr>
          <p:cNvPr id="6" name="Rectangle 9"/>
          <p:cNvSpPr>
            <a:spLocks noChangeArrowheads="1"/>
          </p:cNvSpPr>
          <p:nvPr userDrawn="1"/>
        </p:nvSpPr>
        <p:spPr bwMode="invGray">
          <a:xfrm>
            <a:off x="485746" y="6531260"/>
            <a:ext cx="782029" cy="130805"/>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850" smtClean="0">
                <a:solidFill>
                  <a:schemeClr val="tx1"/>
                </a:solidFill>
                <a:latin typeface="+mn-lt"/>
                <a:cs typeface="+mn-cs"/>
              </a:rPr>
              <a:pPr algn="l" eaLnBrk="0" hangingPunct="0">
                <a:buFontTx/>
                <a:buNone/>
              </a:pPr>
              <a:t>‹#›</a:t>
            </a:fld>
            <a:endParaRPr lang="en-GB" sz="850" dirty="0">
              <a:solidFill>
                <a:schemeClr val="tx1"/>
              </a:solidFill>
              <a:latin typeface="+mn-lt"/>
              <a:cs typeface="+mn-cs"/>
            </a:endParaRPr>
          </a:p>
        </p:txBody>
      </p:sp>
      <p:sp>
        <p:nvSpPr>
          <p:cNvPr id="7" name="Text Placeholder 7"/>
          <p:cNvSpPr>
            <a:spLocks noGrp="1"/>
          </p:cNvSpPr>
          <p:nvPr>
            <p:ph type="body" sz="quarter" idx="13" hasCustomPrompt="1"/>
          </p:nvPr>
        </p:nvSpPr>
        <p:spPr>
          <a:xfrm>
            <a:off x="1028295" y="6522335"/>
            <a:ext cx="3276179" cy="130805"/>
          </a:xfrm>
          <a:prstGeom prst="rect">
            <a:avLst/>
          </a:prstGeom>
        </p:spPr>
        <p:txBody>
          <a:bodyPr wrap="square">
            <a:noAutofit/>
          </a:bodyPr>
          <a:lstStyle>
            <a:lvl1pPr marL="0" marR="0" indent="0" algn="l" defTabSz="914400" rtl="1" eaLnBrk="1" fontAlgn="base" latinLnBrk="0" hangingPunct="1">
              <a:lnSpc>
                <a:spcPct val="120000"/>
              </a:lnSpc>
              <a:spcBef>
                <a:spcPts val="0"/>
              </a:spcBef>
              <a:spcAft>
                <a:spcPct val="0"/>
              </a:spcAft>
              <a:buClr>
                <a:schemeClr val="tx1"/>
              </a:buClr>
              <a:buSzTx/>
              <a:buFont typeface="Arial" pitchFamily="34" charset="0"/>
              <a:buNone/>
              <a:tabLst/>
              <a:defRPr sz="850" b="0" cap="all" baseline="0">
                <a:solidFill>
                  <a:schemeClr val="accent4"/>
                </a:solidFill>
                <a:latin typeface="SABIC Typeface Text Light" panose="020B0303060202020204" pitchFamily="34" charset="0"/>
                <a:cs typeface="+mn-cs"/>
              </a:defRPr>
            </a:lvl1pPr>
          </a:lstStyle>
          <a:p>
            <a:pPr marL="0" marR="0" lvl="0" indent="0" algn="l" defTabSz="914400" rtl="1" eaLnBrk="1" fontAlgn="base" latinLnBrk="0" hangingPunct="1">
              <a:lnSpc>
                <a:spcPct val="120000"/>
              </a:lnSpc>
              <a:spcBef>
                <a:spcPts val="0"/>
              </a:spcBef>
              <a:spcAft>
                <a:spcPct val="0"/>
              </a:spcAft>
              <a:buClr>
                <a:schemeClr val="tx1"/>
              </a:buClr>
              <a:buSzTx/>
              <a:buFont typeface="Arial" pitchFamily="34" charset="0"/>
              <a:buNone/>
              <a:tabLst/>
              <a:defRPr/>
            </a:pPr>
            <a:r>
              <a:rPr lang="ar-SA" dirty="0" smtClean="0"/>
              <a:t>تعليمات السرّية، حجم الخط 8.5خفيف</a:t>
            </a:r>
            <a:endParaRPr lang="en-US" dirty="0" smtClean="0"/>
          </a:p>
        </p:txBody>
      </p:sp>
      <p:sp>
        <p:nvSpPr>
          <p:cNvPr id="4" name="Title 3"/>
          <p:cNvSpPr>
            <a:spLocks noGrp="1"/>
          </p:cNvSpPr>
          <p:nvPr>
            <p:ph type="title" hasCustomPrompt="1"/>
          </p:nvPr>
        </p:nvSpPr>
        <p:spPr/>
        <p:txBody>
          <a:bodyPr/>
          <a:lstStyle>
            <a:lvl1pPr algn="r" rtl="1">
              <a:defRPr/>
            </a:lvl1pPr>
          </a:lstStyle>
          <a:p>
            <a:r>
              <a:rPr lang="ar-SA" dirty="0" smtClean="0"/>
              <a:t>العنوان الرئيسي، حجم الخط 20خفيف</a:t>
            </a:r>
            <a:endParaRPr lang="en-US" dirty="0"/>
          </a:p>
        </p:txBody>
      </p:sp>
    </p:spTree>
    <p:extLst>
      <p:ext uri="{BB962C8B-B14F-4D97-AF65-F5344CB8AC3E}">
        <p14:creationId xmlns:p14="http://schemas.microsoft.com/office/powerpoint/2010/main" val="2815867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5748" y="406400"/>
            <a:ext cx="9939119" cy="577850"/>
          </a:xfrm>
        </p:spPr>
        <p:txBody>
          <a:bodyPr/>
          <a:lstStyle>
            <a:lvl1pPr>
              <a:defRPr>
                <a:solidFill>
                  <a:schemeClr val="tx1"/>
                </a:solidFill>
              </a:defRPr>
            </a:lvl1pPr>
          </a:lstStyle>
          <a:p>
            <a:r>
              <a:rPr lang="en-US" dirty="0" smtClean="0"/>
              <a:t>CLICK TO EDIT MASTER TITLE STYLE</a:t>
            </a:r>
            <a:endParaRPr lang="en-GB" dirty="0"/>
          </a:p>
        </p:txBody>
      </p:sp>
      <p:sp>
        <p:nvSpPr>
          <p:cNvPr id="3" name="Content Placeholder 2"/>
          <p:cNvSpPr>
            <a:spLocks noGrp="1"/>
          </p:cNvSpPr>
          <p:nvPr>
            <p:ph sz="half" idx="1"/>
          </p:nvPr>
        </p:nvSpPr>
        <p:spPr>
          <a:xfrm>
            <a:off x="485746" y="1876425"/>
            <a:ext cx="5518742" cy="3609976"/>
          </a:xfrm>
          <a:prstGeom prst="rect">
            <a:avLst/>
          </a:prstGeom>
        </p:spPr>
        <p:txBody>
          <a:bodyPr/>
          <a:lstStyle>
            <a:lvl1pPr>
              <a:defRPr sz="1600" b="0">
                <a:solidFill>
                  <a:schemeClr val="tx1"/>
                </a:solidFill>
                <a:latin typeface="+mn-lt"/>
              </a:defRPr>
            </a:lvl1pPr>
            <a:lvl2pPr>
              <a:defRPr sz="1600" b="0">
                <a:solidFill>
                  <a:schemeClr val="tx1"/>
                </a:solidFill>
                <a:latin typeface="+mn-lt"/>
              </a:defRPr>
            </a:lvl2pPr>
            <a:lvl3pPr>
              <a:defRPr sz="1600" b="0">
                <a:solidFill>
                  <a:schemeClr val="tx1"/>
                </a:solidFill>
                <a:latin typeface="+mn-lt"/>
              </a:defRPr>
            </a:lvl3pPr>
            <a:lvl4pPr>
              <a:defRPr sz="1600" b="0">
                <a:solidFill>
                  <a:schemeClr val="tx1"/>
                </a:solidFill>
                <a:latin typeface="+mn-lt"/>
              </a:defRPr>
            </a:lvl4pPr>
            <a:lvl5pPr>
              <a:defRPr sz="1600" b="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6183481" y="1876425"/>
            <a:ext cx="5518742" cy="3609976"/>
          </a:xfrm>
          <a:prstGeom prst="rect">
            <a:avLst/>
          </a:prstGeom>
        </p:spPr>
        <p:txBody>
          <a:bodyPr/>
          <a:lstStyle>
            <a:lvl1pPr>
              <a:defRPr sz="1600" b="0">
                <a:solidFill>
                  <a:schemeClr val="tx1"/>
                </a:solidFill>
                <a:latin typeface="+mn-lt"/>
              </a:defRPr>
            </a:lvl1pPr>
            <a:lvl2pPr>
              <a:defRPr sz="1600" b="0">
                <a:solidFill>
                  <a:schemeClr val="tx1"/>
                </a:solidFill>
                <a:latin typeface="+mn-lt"/>
              </a:defRPr>
            </a:lvl2pPr>
            <a:lvl3pPr>
              <a:defRPr sz="1600" b="0">
                <a:solidFill>
                  <a:schemeClr val="tx1"/>
                </a:solidFill>
                <a:latin typeface="+mn-lt"/>
              </a:defRPr>
            </a:lvl3pPr>
            <a:lvl4pPr>
              <a:defRPr sz="1600" b="0">
                <a:solidFill>
                  <a:schemeClr val="tx1"/>
                </a:solidFill>
                <a:latin typeface="+mn-lt"/>
              </a:defRPr>
            </a:lvl4pPr>
            <a:lvl5pPr>
              <a:defRPr sz="1600" b="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2"/>
          <p:cNvSpPr>
            <a:spLocks noGrp="1"/>
          </p:cNvSpPr>
          <p:nvPr>
            <p:ph sz="half" idx="10"/>
          </p:nvPr>
        </p:nvSpPr>
        <p:spPr>
          <a:xfrm>
            <a:off x="485746" y="1447803"/>
            <a:ext cx="5518742" cy="246349"/>
          </a:xfrm>
          <a:prstGeom prst="rect">
            <a:avLst/>
          </a:prstGeo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6" name="Content Placeholder 3"/>
          <p:cNvSpPr>
            <a:spLocks noGrp="1"/>
          </p:cNvSpPr>
          <p:nvPr>
            <p:ph sz="half" idx="11"/>
          </p:nvPr>
        </p:nvSpPr>
        <p:spPr>
          <a:xfrm>
            <a:off x="6183481" y="1447803"/>
            <a:ext cx="5518742" cy="246349"/>
          </a:xfrm>
          <a:prstGeom prst="rect">
            <a:avLst/>
          </a:prstGeo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987823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2039113"/>
            <a:ext cx="3592326" cy="430295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4306083" y="2039113"/>
            <a:ext cx="3592329" cy="430295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8121990" y="2039113"/>
            <a:ext cx="3592328" cy="430295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2"/>
          <p:cNvSpPr>
            <a:spLocks noGrp="1"/>
          </p:cNvSpPr>
          <p:nvPr>
            <p:ph sz="half" idx="11"/>
          </p:nvPr>
        </p:nvSpPr>
        <p:spPr>
          <a:xfrm>
            <a:off x="490181"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7" name="Content Placeholder 2"/>
          <p:cNvSpPr>
            <a:spLocks noGrp="1"/>
          </p:cNvSpPr>
          <p:nvPr>
            <p:ph sz="half" idx="12"/>
          </p:nvPr>
        </p:nvSpPr>
        <p:spPr>
          <a:xfrm>
            <a:off x="4306083"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8" name="Content Placeholder 2"/>
          <p:cNvSpPr>
            <a:spLocks noGrp="1"/>
          </p:cNvSpPr>
          <p:nvPr>
            <p:ph sz="half" idx="13"/>
          </p:nvPr>
        </p:nvSpPr>
        <p:spPr>
          <a:xfrm>
            <a:off x="8121991"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1" name="Text Placeholder 7"/>
          <p:cNvSpPr>
            <a:spLocks noGrp="1"/>
          </p:cNvSpPr>
          <p:nvPr>
            <p:ph type="body" sz="quarter" idx="14"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2790507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709095"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3328297"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6166415"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3"/>
          <p:cNvSpPr>
            <a:spLocks noGrp="1"/>
          </p:cNvSpPr>
          <p:nvPr>
            <p:ph sz="half" idx="11"/>
          </p:nvPr>
        </p:nvSpPr>
        <p:spPr>
          <a:xfrm>
            <a:off x="9005222"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Content Placeholder 2"/>
          <p:cNvSpPr>
            <a:spLocks noGrp="1"/>
          </p:cNvSpPr>
          <p:nvPr>
            <p:ph sz="half" idx="12"/>
          </p:nvPr>
        </p:nvSpPr>
        <p:spPr>
          <a:xfrm>
            <a:off x="490181" y="1453896"/>
            <a:ext cx="2709095"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8" name="Content Placeholder 3"/>
          <p:cNvSpPr>
            <a:spLocks noGrp="1"/>
          </p:cNvSpPr>
          <p:nvPr>
            <p:ph sz="half" idx="13"/>
          </p:nvPr>
        </p:nvSpPr>
        <p:spPr>
          <a:xfrm>
            <a:off x="3328297"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Content Placeholder 3"/>
          <p:cNvSpPr>
            <a:spLocks noGrp="1"/>
          </p:cNvSpPr>
          <p:nvPr>
            <p:ph sz="half" idx="14"/>
          </p:nvPr>
        </p:nvSpPr>
        <p:spPr>
          <a:xfrm>
            <a:off x="6166415"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9005222"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3" name="Text Placeholder 7"/>
          <p:cNvSpPr>
            <a:spLocks noGrp="1"/>
          </p:cNvSpPr>
          <p:nvPr>
            <p:ph type="body" sz="quarter" idx="16"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13657982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0258" y="1876425"/>
            <a:ext cx="20874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2775301"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5062438"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3"/>
          <p:cNvSpPr>
            <a:spLocks noGrp="1"/>
          </p:cNvSpPr>
          <p:nvPr>
            <p:ph sz="half" idx="11"/>
          </p:nvPr>
        </p:nvSpPr>
        <p:spPr>
          <a:xfrm>
            <a:off x="7351914"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Content Placeholder 2"/>
          <p:cNvSpPr>
            <a:spLocks noGrp="1"/>
          </p:cNvSpPr>
          <p:nvPr>
            <p:ph sz="half" idx="12"/>
          </p:nvPr>
        </p:nvSpPr>
        <p:spPr>
          <a:xfrm>
            <a:off x="9622080" y="1876425"/>
            <a:ext cx="20874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Content Placeholder 2"/>
          <p:cNvSpPr>
            <a:spLocks noGrp="1"/>
          </p:cNvSpPr>
          <p:nvPr>
            <p:ph sz="half" idx="13"/>
          </p:nvPr>
        </p:nvSpPr>
        <p:spPr>
          <a:xfrm>
            <a:off x="490181" y="1453896"/>
            <a:ext cx="2087496"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Content Placeholder 3"/>
          <p:cNvSpPr>
            <a:spLocks noGrp="1"/>
          </p:cNvSpPr>
          <p:nvPr>
            <p:ph sz="half" idx="14"/>
          </p:nvPr>
        </p:nvSpPr>
        <p:spPr>
          <a:xfrm>
            <a:off x="2765224"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5062438"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Content Placeholder 3"/>
          <p:cNvSpPr>
            <a:spLocks noGrp="1"/>
          </p:cNvSpPr>
          <p:nvPr>
            <p:ph sz="half" idx="16"/>
          </p:nvPr>
        </p:nvSpPr>
        <p:spPr>
          <a:xfrm>
            <a:off x="7351914"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2"/>
          <p:cNvSpPr>
            <a:spLocks noGrp="1"/>
          </p:cNvSpPr>
          <p:nvPr>
            <p:ph sz="half" idx="17"/>
          </p:nvPr>
        </p:nvSpPr>
        <p:spPr>
          <a:xfrm>
            <a:off x="9622080" y="1453896"/>
            <a:ext cx="2087496"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4" name="Text Placeholder 7"/>
          <p:cNvSpPr>
            <a:spLocks noGrp="1"/>
          </p:cNvSpPr>
          <p:nvPr>
            <p:ph type="body" sz="quarter" idx="18"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789053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4" name="Content Placeholder 2"/>
          <p:cNvSpPr>
            <a:spLocks noGrp="1"/>
          </p:cNvSpPr>
          <p:nvPr>
            <p:ph sz="half" idx="1"/>
          </p:nvPr>
        </p:nvSpPr>
        <p:spPr>
          <a:xfrm>
            <a:off x="490179" y="1876425"/>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5" name="Content Placeholder 3"/>
          <p:cNvSpPr>
            <a:spLocks noGrp="1"/>
          </p:cNvSpPr>
          <p:nvPr>
            <p:ph sz="half" idx="2"/>
          </p:nvPr>
        </p:nvSpPr>
        <p:spPr>
          <a:xfrm>
            <a:off x="6298246" y="1876425"/>
            <a:ext cx="5403979"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6" name="Content Placeholder 2"/>
          <p:cNvSpPr>
            <a:spLocks noGrp="1"/>
          </p:cNvSpPr>
          <p:nvPr>
            <p:ph sz="half" idx="10"/>
          </p:nvPr>
        </p:nvSpPr>
        <p:spPr>
          <a:xfrm>
            <a:off x="490179" y="4000500"/>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7" name="Content Placeholder 2"/>
          <p:cNvSpPr>
            <a:spLocks noGrp="1"/>
          </p:cNvSpPr>
          <p:nvPr>
            <p:ph sz="half" idx="12"/>
          </p:nvPr>
        </p:nvSpPr>
        <p:spPr>
          <a:xfrm>
            <a:off x="490179" y="1453899"/>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3"/>
          <p:cNvSpPr>
            <a:spLocks noGrp="1"/>
          </p:cNvSpPr>
          <p:nvPr>
            <p:ph sz="half" idx="13"/>
          </p:nvPr>
        </p:nvSpPr>
        <p:spPr>
          <a:xfrm>
            <a:off x="6298246" y="1453899"/>
            <a:ext cx="5403979"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Content Placeholder 2"/>
          <p:cNvSpPr>
            <a:spLocks noGrp="1"/>
          </p:cNvSpPr>
          <p:nvPr>
            <p:ph sz="half" idx="14"/>
          </p:nvPr>
        </p:nvSpPr>
        <p:spPr>
          <a:xfrm>
            <a:off x="490179" y="3581403"/>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2" name="Content Placeholder 2"/>
          <p:cNvSpPr>
            <a:spLocks noGrp="1"/>
          </p:cNvSpPr>
          <p:nvPr>
            <p:ph sz="half" idx="19"/>
          </p:nvPr>
        </p:nvSpPr>
        <p:spPr>
          <a:xfrm>
            <a:off x="6298245" y="4000500"/>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23" name="Content Placeholder 2"/>
          <p:cNvSpPr>
            <a:spLocks noGrp="1"/>
          </p:cNvSpPr>
          <p:nvPr>
            <p:ph sz="half" idx="20"/>
          </p:nvPr>
        </p:nvSpPr>
        <p:spPr>
          <a:xfrm>
            <a:off x="6298245" y="3581403"/>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ext Placeholder 7"/>
          <p:cNvSpPr>
            <a:spLocks noGrp="1"/>
          </p:cNvSpPr>
          <p:nvPr>
            <p:ph type="body" sz="quarter" idx="21"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4704080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3531224"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4336635" y="1876425"/>
            <a:ext cx="3531225"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8183093" y="1876425"/>
            <a:ext cx="3531225" cy="149384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2"/>
          <p:cNvSpPr>
            <a:spLocks noGrp="1"/>
          </p:cNvSpPr>
          <p:nvPr>
            <p:ph sz="half" idx="11"/>
          </p:nvPr>
        </p:nvSpPr>
        <p:spPr>
          <a:xfrm>
            <a:off x="490181" y="4000499"/>
            <a:ext cx="3531224"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3"/>
          <p:cNvSpPr>
            <a:spLocks noGrp="1"/>
          </p:cNvSpPr>
          <p:nvPr>
            <p:ph sz="half" idx="12"/>
          </p:nvPr>
        </p:nvSpPr>
        <p:spPr>
          <a:xfrm>
            <a:off x="4336635" y="4000499"/>
            <a:ext cx="3531225"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3"/>
          <p:cNvSpPr>
            <a:spLocks noGrp="1"/>
          </p:cNvSpPr>
          <p:nvPr>
            <p:ph sz="half" idx="13"/>
          </p:nvPr>
        </p:nvSpPr>
        <p:spPr>
          <a:xfrm>
            <a:off x="8183093" y="4000499"/>
            <a:ext cx="3531225" cy="149384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2"/>
          <p:cNvSpPr>
            <a:spLocks noGrp="1"/>
          </p:cNvSpPr>
          <p:nvPr>
            <p:ph sz="half" idx="14"/>
          </p:nvPr>
        </p:nvSpPr>
        <p:spPr>
          <a:xfrm>
            <a:off x="490181" y="1453896"/>
            <a:ext cx="3531224"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4336635" y="1453896"/>
            <a:ext cx="3531225"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Content Placeholder 3"/>
          <p:cNvSpPr>
            <a:spLocks noGrp="1"/>
          </p:cNvSpPr>
          <p:nvPr>
            <p:ph sz="half" idx="16"/>
          </p:nvPr>
        </p:nvSpPr>
        <p:spPr>
          <a:xfrm>
            <a:off x="8183093" y="1453896"/>
            <a:ext cx="3531225" cy="419100"/>
          </a:xfrm>
        </p:spPr>
        <p:txBody>
          <a:bodyPr/>
          <a:lstStyle>
            <a:lvl1pPr>
              <a:defRPr sz="1600" b="0">
                <a:solidFill>
                  <a:schemeClr val="tx1"/>
                </a:solidFill>
                <a:latin typeface="+mn-lt"/>
                <a:cs typeface="SABIC Typeface Text" panose="020B0603060202020204" pitchFamily="34" charset="0"/>
              </a:defRPr>
            </a:lvl1pPr>
            <a:lvl2pPr>
              <a:defRPr sz="2033" b="0">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2"/>
          <p:cNvSpPr>
            <a:spLocks noGrp="1"/>
          </p:cNvSpPr>
          <p:nvPr>
            <p:ph sz="half" idx="17"/>
          </p:nvPr>
        </p:nvSpPr>
        <p:spPr>
          <a:xfrm>
            <a:off x="490181" y="3581400"/>
            <a:ext cx="3531224"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Content Placeholder 3"/>
          <p:cNvSpPr>
            <a:spLocks noGrp="1"/>
          </p:cNvSpPr>
          <p:nvPr>
            <p:ph sz="half" idx="18"/>
          </p:nvPr>
        </p:nvSpPr>
        <p:spPr>
          <a:xfrm>
            <a:off x="4336635" y="3581400"/>
            <a:ext cx="3531225"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8183093" y="3581400"/>
            <a:ext cx="3531225" cy="419100"/>
          </a:xfrm>
        </p:spPr>
        <p:txBody>
          <a:bodyPr/>
          <a:lstStyle>
            <a:lvl1pPr>
              <a:defRPr sz="1600" b="0">
                <a:solidFill>
                  <a:schemeClr val="tx1"/>
                </a:solidFill>
                <a:latin typeface="+mn-lt"/>
                <a:cs typeface="SABIC Typeface Text" panose="020B0603060202020204" pitchFamily="34" charset="0"/>
              </a:defRPr>
            </a:lvl1pPr>
            <a:lvl2pPr>
              <a:defRPr sz="2033" b="0">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7" name="Text Placeholder 7"/>
          <p:cNvSpPr>
            <a:spLocks noGrp="1"/>
          </p:cNvSpPr>
          <p:nvPr>
            <p:ph type="body" sz="quarter" idx="20"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1960503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680665"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3335935"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6181691"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3"/>
          <p:cNvSpPr>
            <a:spLocks noGrp="1"/>
          </p:cNvSpPr>
          <p:nvPr>
            <p:ph sz="half" idx="11"/>
          </p:nvPr>
        </p:nvSpPr>
        <p:spPr>
          <a:xfrm>
            <a:off x="9020497"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2"/>
          <p:cNvSpPr>
            <a:spLocks noGrp="1"/>
          </p:cNvSpPr>
          <p:nvPr>
            <p:ph sz="half" idx="12"/>
          </p:nvPr>
        </p:nvSpPr>
        <p:spPr>
          <a:xfrm>
            <a:off x="490181" y="4000499"/>
            <a:ext cx="2680665"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3"/>
          <p:cNvSpPr>
            <a:spLocks noGrp="1"/>
          </p:cNvSpPr>
          <p:nvPr>
            <p:ph sz="half" idx="13"/>
          </p:nvPr>
        </p:nvSpPr>
        <p:spPr>
          <a:xfrm>
            <a:off x="3335935"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3"/>
          <p:cNvSpPr>
            <a:spLocks noGrp="1"/>
          </p:cNvSpPr>
          <p:nvPr>
            <p:ph sz="half" idx="14"/>
          </p:nvPr>
        </p:nvSpPr>
        <p:spPr>
          <a:xfrm>
            <a:off x="6181691"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0" name="Content Placeholder 3"/>
          <p:cNvSpPr>
            <a:spLocks noGrp="1"/>
          </p:cNvSpPr>
          <p:nvPr>
            <p:ph sz="half" idx="15"/>
          </p:nvPr>
        </p:nvSpPr>
        <p:spPr>
          <a:xfrm>
            <a:off x="9020497"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2"/>
          <p:cNvSpPr>
            <a:spLocks noGrp="1"/>
          </p:cNvSpPr>
          <p:nvPr>
            <p:ph sz="half" idx="16"/>
          </p:nvPr>
        </p:nvSpPr>
        <p:spPr>
          <a:xfrm>
            <a:off x="490181" y="1453896"/>
            <a:ext cx="2680665"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3"/>
          <p:cNvSpPr>
            <a:spLocks noGrp="1"/>
          </p:cNvSpPr>
          <p:nvPr>
            <p:ph sz="half" idx="17"/>
          </p:nvPr>
        </p:nvSpPr>
        <p:spPr>
          <a:xfrm>
            <a:off x="3335935"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Content Placeholder 3"/>
          <p:cNvSpPr>
            <a:spLocks noGrp="1"/>
          </p:cNvSpPr>
          <p:nvPr>
            <p:ph sz="half" idx="18"/>
          </p:nvPr>
        </p:nvSpPr>
        <p:spPr>
          <a:xfrm>
            <a:off x="6181691"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9020497"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Content Placeholder 2"/>
          <p:cNvSpPr>
            <a:spLocks noGrp="1"/>
          </p:cNvSpPr>
          <p:nvPr>
            <p:ph sz="half" idx="20"/>
          </p:nvPr>
        </p:nvSpPr>
        <p:spPr>
          <a:xfrm>
            <a:off x="490181" y="3581400"/>
            <a:ext cx="2680665"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6" name="Content Placeholder 3"/>
          <p:cNvSpPr>
            <a:spLocks noGrp="1"/>
          </p:cNvSpPr>
          <p:nvPr>
            <p:ph sz="half" idx="21"/>
          </p:nvPr>
        </p:nvSpPr>
        <p:spPr>
          <a:xfrm>
            <a:off x="3335935"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7" name="Content Placeholder 3"/>
          <p:cNvSpPr>
            <a:spLocks noGrp="1"/>
          </p:cNvSpPr>
          <p:nvPr>
            <p:ph sz="half" idx="22"/>
          </p:nvPr>
        </p:nvSpPr>
        <p:spPr>
          <a:xfrm>
            <a:off x="6181691"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3"/>
          <p:cNvSpPr>
            <a:spLocks noGrp="1"/>
          </p:cNvSpPr>
          <p:nvPr>
            <p:ph sz="half" idx="23"/>
          </p:nvPr>
        </p:nvSpPr>
        <p:spPr>
          <a:xfrm>
            <a:off x="9020497"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Title 1"/>
          <p:cNvSpPr>
            <a:spLocks noGrp="1"/>
          </p:cNvSpPr>
          <p:nvPr>
            <p:ph type="title" hasCustomPrompt="1"/>
          </p:nvPr>
        </p:nvSpPr>
        <p:spPr>
          <a:xfrm>
            <a:off x="490180" y="406400"/>
            <a:ext cx="9924558" cy="577850"/>
          </a:xfrm>
        </p:spPr>
        <p:txBody>
          <a:bodyPr/>
          <a:lstStyle>
            <a:lvl1pPr>
              <a:defRPr>
                <a:solidFill>
                  <a:schemeClr val="tx1"/>
                </a:solidFill>
              </a:defRPr>
            </a:lvl1pPr>
          </a:lstStyle>
          <a:p>
            <a:r>
              <a:rPr lang="en-US" dirty="0" smtClean="0"/>
              <a:t>CLICK TO EDIT MASTER TITLE STYLE</a:t>
            </a:r>
            <a:endParaRPr lang="en-GB" dirty="0"/>
          </a:p>
        </p:txBody>
      </p:sp>
      <p:sp>
        <p:nvSpPr>
          <p:cNvPr id="21" name="Text Placeholder 7"/>
          <p:cNvSpPr>
            <a:spLocks noGrp="1"/>
          </p:cNvSpPr>
          <p:nvPr>
            <p:ph type="body" sz="quarter" idx="24"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7914319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n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2780333" y="1876425"/>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5078813" y="1876425"/>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3"/>
          <p:cNvSpPr>
            <a:spLocks noGrp="1"/>
          </p:cNvSpPr>
          <p:nvPr>
            <p:ph sz="half" idx="11"/>
          </p:nvPr>
        </p:nvSpPr>
        <p:spPr>
          <a:xfrm>
            <a:off x="7362018" y="1876424"/>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2"/>
          <p:cNvSpPr>
            <a:spLocks noGrp="1"/>
          </p:cNvSpPr>
          <p:nvPr>
            <p:ph sz="half" idx="12"/>
          </p:nvPr>
        </p:nvSpPr>
        <p:spPr>
          <a:xfrm>
            <a:off x="9667450" y="1876425"/>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2"/>
          <p:cNvSpPr>
            <a:spLocks noGrp="1"/>
          </p:cNvSpPr>
          <p:nvPr>
            <p:ph sz="half" idx="13"/>
          </p:nvPr>
        </p:nvSpPr>
        <p:spPr>
          <a:xfrm>
            <a:off x="490181" y="4000499"/>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3"/>
          <p:cNvSpPr>
            <a:spLocks noGrp="1"/>
          </p:cNvSpPr>
          <p:nvPr>
            <p:ph sz="half" idx="14"/>
          </p:nvPr>
        </p:nvSpPr>
        <p:spPr>
          <a:xfrm>
            <a:off x="2780333" y="4000499"/>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0" name="Content Placeholder 3"/>
          <p:cNvSpPr>
            <a:spLocks noGrp="1"/>
          </p:cNvSpPr>
          <p:nvPr>
            <p:ph sz="half" idx="15"/>
          </p:nvPr>
        </p:nvSpPr>
        <p:spPr>
          <a:xfrm>
            <a:off x="5078813" y="4000499"/>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3"/>
          <p:cNvSpPr>
            <a:spLocks noGrp="1"/>
          </p:cNvSpPr>
          <p:nvPr>
            <p:ph sz="half" idx="16"/>
          </p:nvPr>
        </p:nvSpPr>
        <p:spPr>
          <a:xfrm>
            <a:off x="7362018" y="4000498"/>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2" name="Content Placeholder 2"/>
          <p:cNvSpPr>
            <a:spLocks noGrp="1"/>
          </p:cNvSpPr>
          <p:nvPr>
            <p:ph sz="half" idx="17"/>
          </p:nvPr>
        </p:nvSpPr>
        <p:spPr>
          <a:xfrm>
            <a:off x="9667450" y="4000499"/>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3" name="Content Placeholder 2"/>
          <p:cNvSpPr>
            <a:spLocks noGrp="1"/>
          </p:cNvSpPr>
          <p:nvPr>
            <p:ph sz="half" idx="18"/>
          </p:nvPr>
        </p:nvSpPr>
        <p:spPr>
          <a:xfrm>
            <a:off x="490181" y="1453897"/>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2780333" y="1453897"/>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Content Placeholder 3"/>
          <p:cNvSpPr>
            <a:spLocks noGrp="1"/>
          </p:cNvSpPr>
          <p:nvPr>
            <p:ph sz="half" idx="20"/>
          </p:nvPr>
        </p:nvSpPr>
        <p:spPr>
          <a:xfrm>
            <a:off x="5078813" y="1453897"/>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6" name="Content Placeholder 3"/>
          <p:cNvSpPr>
            <a:spLocks noGrp="1"/>
          </p:cNvSpPr>
          <p:nvPr>
            <p:ph sz="half" idx="21"/>
          </p:nvPr>
        </p:nvSpPr>
        <p:spPr>
          <a:xfrm>
            <a:off x="7362018" y="1453896"/>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7" name="Content Placeholder 2"/>
          <p:cNvSpPr>
            <a:spLocks noGrp="1"/>
          </p:cNvSpPr>
          <p:nvPr>
            <p:ph sz="half" idx="22"/>
          </p:nvPr>
        </p:nvSpPr>
        <p:spPr>
          <a:xfrm>
            <a:off x="9667450" y="1453897"/>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2"/>
          <p:cNvSpPr>
            <a:spLocks noGrp="1"/>
          </p:cNvSpPr>
          <p:nvPr>
            <p:ph sz="half" idx="23"/>
          </p:nvPr>
        </p:nvSpPr>
        <p:spPr>
          <a:xfrm>
            <a:off x="490181" y="3581400"/>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Content Placeholder 3"/>
          <p:cNvSpPr>
            <a:spLocks noGrp="1"/>
          </p:cNvSpPr>
          <p:nvPr>
            <p:ph sz="half" idx="24"/>
          </p:nvPr>
        </p:nvSpPr>
        <p:spPr>
          <a:xfrm>
            <a:off x="2780333" y="3581400"/>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0" name="Content Placeholder 3"/>
          <p:cNvSpPr>
            <a:spLocks noGrp="1"/>
          </p:cNvSpPr>
          <p:nvPr>
            <p:ph sz="half" idx="25"/>
          </p:nvPr>
        </p:nvSpPr>
        <p:spPr>
          <a:xfrm>
            <a:off x="5078813" y="3581400"/>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1" name="Content Placeholder 3"/>
          <p:cNvSpPr>
            <a:spLocks noGrp="1"/>
          </p:cNvSpPr>
          <p:nvPr>
            <p:ph sz="half" idx="26"/>
          </p:nvPr>
        </p:nvSpPr>
        <p:spPr>
          <a:xfrm>
            <a:off x="7362018" y="3581399"/>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2" name="Content Placeholder 2"/>
          <p:cNvSpPr>
            <a:spLocks noGrp="1"/>
          </p:cNvSpPr>
          <p:nvPr>
            <p:ph sz="half" idx="27"/>
          </p:nvPr>
        </p:nvSpPr>
        <p:spPr>
          <a:xfrm>
            <a:off x="9667450" y="3581400"/>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3" name="Title 1"/>
          <p:cNvSpPr>
            <a:spLocks noGrp="1"/>
          </p:cNvSpPr>
          <p:nvPr>
            <p:ph type="title" hasCustomPrompt="1"/>
          </p:nvPr>
        </p:nvSpPr>
        <p:spPr>
          <a:xfrm>
            <a:off x="490180" y="406400"/>
            <a:ext cx="9924558" cy="577850"/>
          </a:xfrm>
        </p:spPr>
        <p:txBody>
          <a:bodyPr/>
          <a:lstStyle>
            <a:lvl1pPr>
              <a:defRPr>
                <a:solidFill>
                  <a:schemeClr val="tx1"/>
                </a:solidFill>
              </a:defRPr>
            </a:lvl1pPr>
          </a:lstStyle>
          <a:p>
            <a:r>
              <a:rPr lang="en-US" dirty="0" smtClean="0"/>
              <a:t>CLICK TO EDIT MASTER TITLE STYLE</a:t>
            </a:r>
            <a:endParaRPr lang="en-GB" dirty="0"/>
          </a:p>
        </p:txBody>
      </p:sp>
      <p:sp>
        <p:nvSpPr>
          <p:cNvPr id="25" name="Text Placeholder 7"/>
          <p:cNvSpPr>
            <a:spLocks noGrp="1"/>
          </p:cNvSpPr>
          <p:nvPr>
            <p:ph type="body" sz="quarter" idx="28"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1799301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solidFill>
              </a:defRPr>
            </a:lvl1pPr>
          </a:lstStyle>
          <a:p>
            <a:r>
              <a:rPr lang="en-US" dirty="0" smtClean="0"/>
              <a:t>CLICK TO EDIT MASTER TITLE STYLE</a:t>
            </a:r>
            <a:endParaRPr lang="en-GB" dirty="0"/>
          </a:p>
        </p:txBody>
      </p:sp>
      <p:sp>
        <p:nvSpPr>
          <p:cNvPr id="4" name="Chart Placeholder 3"/>
          <p:cNvSpPr>
            <a:spLocks noGrp="1"/>
          </p:cNvSpPr>
          <p:nvPr>
            <p:ph type="chart" sz="quarter" idx="10"/>
          </p:nvPr>
        </p:nvSpPr>
        <p:spPr>
          <a:xfrm>
            <a:off x="961033" y="2517775"/>
            <a:ext cx="10724853" cy="3359150"/>
          </a:xfrm>
        </p:spPr>
        <p:txBody>
          <a:bodyPr/>
          <a:lstStyle>
            <a:lvl1pPr>
              <a:defRPr>
                <a:solidFill>
                  <a:schemeClr val="tx1"/>
                </a:solidFill>
              </a:defRPr>
            </a:lvl1pPr>
          </a:lstStyle>
          <a:p>
            <a:r>
              <a:rPr lang="en-US" smtClean="0"/>
              <a:t>Click icon to add chart</a:t>
            </a:r>
            <a:endParaRPr lang="en-GB" dirty="0"/>
          </a:p>
        </p:txBody>
      </p:sp>
      <p:sp>
        <p:nvSpPr>
          <p:cNvPr id="6" name="Vertical Text Placeholder 5"/>
          <p:cNvSpPr>
            <a:spLocks noGrp="1"/>
          </p:cNvSpPr>
          <p:nvPr>
            <p:ph type="body" orient="vert" sz="quarter" idx="11"/>
          </p:nvPr>
        </p:nvSpPr>
        <p:spPr>
          <a:xfrm>
            <a:off x="495443" y="2517775"/>
            <a:ext cx="465589" cy="3359150"/>
          </a:xfrm>
        </p:spPr>
        <p:txBody>
          <a:bodyPr vert="vert270" anchor="b"/>
          <a:lstStyle>
            <a:lvl1pPr marL="0" indent="0" algn="ctr">
              <a:buFontTx/>
              <a:buNone/>
              <a:defRPr sz="1600">
                <a:solidFill>
                  <a:schemeClr val="tx1"/>
                </a:solidFill>
              </a:defRPr>
            </a:lvl1pPr>
          </a:lstStyle>
          <a:p>
            <a:pPr lvl="0"/>
            <a:r>
              <a:rPr lang="en-US" smtClean="0"/>
              <a:t>Edit Master text styles</a:t>
            </a:r>
          </a:p>
        </p:txBody>
      </p:sp>
      <p:sp>
        <p:nvSpPr>
          <p:cNvPr id="8" name="Text Placeholder 7"/>
          <p:cNvSpPr>
            <a:spLocks noGrp="1"/>
          </p:cNvSpPr>
          <p:nvPr>
            <p:ph type="body" sz="quarter" idx="12"/>
          </p:nvPr>
        </p:nvSpPr>
        <p:spPr>
          <a:xfrm>
            <a:off x="490181" y="5936197"/>
            <a:ext cx="11195705" cy="379413"/>
          </a:xfrm>
        </p:spPr>
        <p:txBody>
          <a:bodyPr/>
          <a:lstStyle>
            <a:lvl1pPr marL="0" indent="0" algn="ctr">
              <a:buFontTx/>
              <a:buNone/>
              <a:defRPr sz="1600">
                <a:solidFill>
                  <a:schemeClr val="tx1"/>
                </a:solidFill>
              </a:defRPr>
            </a:lvl1pPr>
          </a:lstStyle>
          <a:p>
            <a:pPr lvl="0"/>
            <a:r>
              <a:rPr lang="en-US" smtClean="0"/>
              <a:t>Edit Master text styles</a:t>
            </a:r>
          </a:p>
        </p:txBody>
      </p:sp>
      <p:sp>
        <p:nvSpPr>
          <p:cNvPr id="10" name="Text Placeholder 9"/>
          <p:cNvSpPr>
            <a:spLocks noGrp="1"/>
          </p:cNvSpPr>
          <p:nvPr>
            <p:ph type="body" sz="quarter" idx="13"/>
          </p:nvPr>
        </p:nvSpPr>
        <p:spPr>
          <a:xfrm>
            <a:off x="490181" y="1455741"/>
            <a:ext cx="11195706" cy="877887"/>
          </a:xfrm>
        </p:spPr>
        <p:txBody>
          <a:bodyPr/>
          <a:lstStyle>
            <a:lvl1pPr>
              <a:defRPr>
                <a:solidFill>
                  <a:schemeClr val="tx1"/>
                </a:solidFill>
              </a:defRPr>
            </a:lvl1pPr>
            <a:lvl2pPr>
              <a:defRPr>
                <a:solidFill>
                  <a:schemeClr val="tx1"/>
                </a:solidFill>
              </a:defRPr>
            </a:lvl2pPr>
          </a:lstStyle>
          <a:p>
            <a:pPr lvl="0"/>
            <a:r>
              <a:rPr lang="en-US" smtClean="0"/>
              <a:t>Edit Master text styles</a:t>
            </a:r>
          </a:p>
          <a:p>
            <a:pPr lvl="1"/>
            <a:r>
              <a:rPr lang="en-US" smtClean="0"/>
              <a:t>Second level</a:t>
            </a:r>
          </a:p>
        </p:txBody>
      </p:sp>
      <p:sp>
        <p:nvSpPr>
          <p:cNvPr id="12" name="Text Placeholder 11"/>
          <p:cNvSpPr>
            <a:spLocks noGrp="1"/>
          </p:cNvSpPr>
          <p:nvPr>
            <p:ph type="body" sz="quarter" idx="14"/>
          </p:nvPr>
        </p:nvSpPr>
        <p:spPr>
          <a:xfrm>
            <a:off x="8340090" y="4346575"/>
            <a:ext cx="3345796" cy="1062038"/>
          </a:xfrm>
        </p:spPr>
        <p:txBody>
          <a:bodyPr/>
          <a:lstStyle>
            <a:lvl1pPr marL="0" indent="0">
              <a:buFontTx/>
              <a:buNone/>
              <a:defRPr sz="1200" b="0">
                <a:solidFill>
                  <a:schemeClr val="tx1"/>
                </a:solidFill>
              </a:defRPr>
            </a:lvl1pPr>
            <a:lvl2pPr marL="161239" indent="0">
              <a:buFontTx/>
              <a:buNone/>
              <a:defRPr sz="1200">
                <a:solidFill>
                  <a:schemeClr val="tx1"/>
                </a:solidFill>
              </a:defRPr>
            </a:lvl2pPr>
            <a:lvl3pPr marL="457518" indent="0">
              <a:buFontTx/>
              <a:buNone/>
              <a:defRPr sz="1270"/>
            </a:lvl3pPr>
            <a:lvl4pPr marL="792087" indent="0">
              <a:buFontTx/>
              <a:buNone/>
              <a:defRPr sz="1270"/>
            </a:lvl4pPr>
            <a:lvl5pPr marL="1152860" indent="0">
              <a:buFontTx/>
              <a:buNone/>
              <a:defRPr sz="1270"/>
            </a:lvl5pPr>
          </a:lstStyle>
          <a:p>
            <a:pPr lvl="0"/>
            <a:r>
              <a:rPr lang="en-US" smtClean="0"/>
              <a:t>Edit Master text styles</a:t>
            </a:r>
          </a:p>
          <a:p>
            <a:pPr lvl="1"/>
            <a:r>
              <a:rPr lang="en-US" smtClean="0"/>
              <a:t>Second level</a:t>
            </a:r>
          </a:p>
        </p:txBody>
      </p:sp>
      <p:sp>
        <p:nvSpPr>
          <p:cNvPr id="11" name="Text Placeholder 7"/>
          <p:cNvSpPr>
            <a:spLocks noGrp="1"/>
          </p:cNvSpPr>
          <p:nvPr>
            <p:ph type="body" sz="quarter" idx="15"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999223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solidFill>
              </a:defRPr>
            </a:lvl1pPr>
          </a:lstStyle>
          <a:p>
            <a:r>
              <a:rPr lang="en-US" dirty="0" smtClean="0"/>
              <a:t>CLICK TO EDIT MASTER TITLE STYLE</a:t>
            </a:r>
            <a:endParaRPr lang="en-GB" dirty="0"/>
          </a:p>
        </p:txBody>
      </p:sp>
      <p:sp>
        <p:nvSpPr>
          <p:cNvPr id="4" name="Picture Placeholder 3"/>
          <p:cNvSpPr>
            <a:spLocks noGrp="1"/>
          </p:cNvSpPr>
          <p:nvPr>
            <p:ph type="pic" sz="quarter" idx="10"/>
          </p:nvPr>
        </p:nvSpPr>
        <p:spPr>
          <a:xfrm>
            <a:off x="496357" y="1272093"/>
            <a:ext cx="11196078" cy="5052414"/>
          </a:xfrm>
          <a:prstGeom prst="rect">
            <a:avLst/>
          </a:prstGeom>
        </p:spPr>
        <p:txBody>
          <a:bodyPr/>
          <a:lstStyle>
            <a:lvl1pPr>
              <a:defRPr>
                <a:solidFill>
                  <a:schemeClr val="tx1"/>
                </a:solidFill>
              </a:defRPr>
            </a:lvl1pPr>
          </a:lstStyle>
          <a:p>
            <a:r>
              <a:rPr lang="en-US" smtClean="0"/>
              <a:t>Click icon to add picture</a:t>
            </a:r>
            <a:endParaRPr lang="en-GB" dirty="0"/>
          </a:p>
        </p:txBody>
      </p:sp>
      <p:sp>
        <p:nvSpPr>
          <p:cNvPr id="6"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25757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Blank Pag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58723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Purpos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45337" y="3191292"/>
            <a:ext cx="6501326" cy="475416"/>
          </a:xfrm>
          <a:prstGeom prst="rect">
            <a:avLst/>
          </a:prstGeom>
        </p:spPr>
      </p:pic>
    </p:spTree>
    <p:extLst>
      <p:ext uri="{BB962C8B-B14F-4D97-AF65-F5344CB8AC3E}">
        <p14:creationId xmlns:p14="http://schemas.microsoft.com/office/powerpoint/2010/main" val="515724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Purpose AR">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81222" y="2923361"/>
            <a:ext cx="4829556" cy="972860"/>
          </a:xfrm>
          <a:prstGeom prst="rect">
            <a:avLst/>
          </a:prstGeom>
        </p:spPr>
      </p:pic>
    </p:spTree>
    <p:extLst>
      <p:ext uri="{BB962C8B-B14F-4D97-AF65-F5344CB8AC3E}">
        <p14:creationId xmlns:p14="http://schemas.microsoft.com/office/powerpoint/2010/main" val="31483861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hank You Blue">
    <p:bg>
      <p:bgPr>
        <a:gradFill>
          <a:gsLst>
            <a:gs pos="10000">
              <a:srgbClr val="0047BB"/>
            </a:gs>
            <a:gs pos="90000">
              <a:schemeClr val="accent1"/>
            </a:gs>
          </a:gsLst>
          <a:lin ang="0" scaled="1"/>
        </a:gra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0" hasCustomPrompt="1"/>
          </p:nvPr>
        </p:nvSpPr>
        <p:spPr>
          <a:xfrm>
            <a:off x="490177" y="1828800"/>
            <a:ext cx="11226259" cy="1661993"/>
          </a:xfrm>
          <a:prstGeom prst="rect">
            <a:avLst/>
          </a:prstGeom>
        </p:spPr>
        <p:txBody>
          <a:bodyPr lIns="0" tIns="0" rIns="0" bIns="0" anchor="ctr">
            <a:noAutofit/>
          </a:bodyPr>
          <a:lstStyle>
            <a:lvl1pPr algn="ctr">
              <a:defRPr sz="5400" b="0" cap="all" baseline="0">
                <a:solidFill>
                  <a:schemeClr val="bg1"/>
                </a:solidFill>
                <a:latin typeface="+mj-lt"/>
              </a:defRPr>
            </a:lvl1pPr>
          </a:lstStyle>
          <a:p>
            <a:pPr lvl="0"/>
            <a:r>
              <a:rPr lang="en-US" dirty="0" smtClean="0"/>
              <a:t>Insert Thank You</a:t>
            </a:r>
            <a:br>
              <a:rPr lang="en-US" dirty="0" smtClean="0"/>
            </a:br>
            <a:r>
              <a:rPr lang="en-US" dirty="0" smtClean="0"/>
              <a:t>Message Here</a:t>
            </a:r>
          </a:p>
        </p:txBody>
      </p:sp>
    </p:spTree>
    <p:extLst>
      <p:ext uri="{BB962C8B-B14F-4D97-AF65-F5344CB8AC3E}">
        <p14:creationId xmlns:p14="http://schemas.microsoft.com/office/powerpoint/2010/main" val="3042963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hank You Orange">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5" name="Text Placeholder 8"/>
          <p:cNvSpPr>
            <a:spLocks noGrp="1"/>
          </p:cNvSpPr>
          <p:nvPr>
            <p:ph type="body" sz="quarter" idx="10" hasCustomPrompt="1"/>
          </p:nvPr>
        </p:nvSpPr>
        <p:spPr>
          <a:xfrm>
            <a:off x="490177" y="1828800"/>
            <a:ext cx="11226259" cy="1661993"/>
          </a:xfrm>
          <a:prstGeom prst="rect">
            <a:avLst/>
          </a:prstGeom>
        </p:spPr>
        <p:txBody>
          <a:bodyPr lIns="0" tIns="0" rIns="0" bIns="0" anchor="ctr">
            <a:noAutofit/>
          </a:bodyPr>
          <a:lstStyle>
            <a:lvl1pPr algn="ctr">
              <a:defRPr sz="5400" b="0" cap="all" baseline="0">
                <a:solidFill>
                  <a:schemeClr val="bg1"/>
                </a:solidFill>
                <a:latin typeface="+mj-lt"/>
              </a:defRPr>
            </a:lvl1pPr>
          </a:lstStyle>
          <a:p>
            <a:pPr lvl="0"/>
            <a:r>
              <a:rPr lang="en-US" dirty="0" smtClean="0"/>
              <a:t>Insert Thank You</a:t>
            </a:r>
            <a:br>
              <a:rPr lang="en-US" dirty="0" smtClean="0"/>
            </a:br>
            <a:r>
              <a:rPr lang="en-US" dirty="0" smtClean="0"/>
              <a:t>Message Here</a:t>
            </a:r>
          </a:p>
        </p:txBody>
      </p:sp>
    </p:spTree>
    <p:extLst>
      <p:ext uri="{BB962C8B-B14F-4D97-AF65-F5344CB8AC3E}">
        <p14:creationId xmlns:p14="http://schemas.microsoft.com/office/powerpoint/2010/main" val="3656602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Coll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69"/>
            <a:ext cx="12193191" cy="6857330"/>
          </a:xfrm>
          <a:prstGeom prst="rect">
            <a:avLst/>
          </a:prstGeom>
        </p:spPr>
      </p:pic>
      <p:sp>
        <p:nvSpPr>
          <p:cNvPr id="2" name="Rectangle 1"/>
          <p:cNvSpPr/>
          <p:nvPr/>
        </p:nvSpPr>
        <p:spPr bwMode="auto">
          <a:xfrm>
            <a:off x="3039320" y="2859605"/>
            <a:ext cx="6102221" cy="1004467"/>
          </a:xfrm>
          <a:prstGeom prst="rect">
            <a:avLst/>
          </a:prstGeom>
          <a:solidFill>
            <a:srgbClr val="FFFFFF">
              <a:alpha val="69804"/>
            </a:srgbClr>
          </a:solidFill>
          <a:ln w="9525" cap="flat" cmpd="sng" algn="ctr">
            <a:noFill/>
            <a:prstDash val="solid"/>
            <a:round/>
            <a:headEnd type="none" w="med" len="med"/>
            <a:tailEnd type="none" w="med" len="med"/>
          </a:ln>
          <a:effectLst/>
          <a:extLst/>
        </p:spPr>
        <p:txBody>
          <a:bodyPr vert="horz" wrap="square" lIns="91413" tIns="91413" rIns="91413" bIns="91413" numCol="1" rtlCol="0" anchor="ctr" anchorCtr="0" compatLnSpc="1">
            <a:prstTxWarp prst="textNoShape">
              <a:avLst/>
            </a:prstTxWarp>
          </a:bodyPr>
          <a:lstStyle/>
          <a:p>
            <a:pPr marL="0" marR="0" indent="0" algn="ctr" defTabSz="1160924" rtl="0" eaLnBrk="1" fontAlgn="base" latinLnBrk="0" hangingPunct="1">
              <a:lnSpc>
                <a:spcPct val="100000"/>
              </a:lnSpc>
              <a:spcBef>
                <a:spcPct val="0"/>
              </a:spcBef>
              <a:spcAft>
                <a:spcPct val="0"/>
              </a:spcAft>
              <a:buClrTx/>
              <a:buSzTx/>
              <a:buFont typeface="Wingdings" pitchFamily="2" charset="2"/>
              <a:buNone/>
              <a:tabLst/>
            </a:pPr>
            <a:endParaRPr kumimoji="0" lang="en-US" sz="2033" b="0" i="0" u="none" strike="noStrike" cap="none" normalizeH="0" baseline="0" dirty="0" smtClean="0">
              <a:ln>
                <a:noFill/>
              </a:ln>
              <a:solidFill>
                <a:schemeClr val="tx1"/>
              </a:solidFill>
              <a:effectLst/>
              <a:latin typeface="Arial" pitchFamily="34" charset="0"/>
            </a:endParaRPr>
          </a:p>
        </p:txBody>
      </p:sp>
      <p:sp>
        <p:nvSpPr>
          <p:cNvPr id="6" name="Text Placeholder 8"/>
          <p:cNvSpPr>
            <a:spLocks noGrp="1"/>
          </p:cNvSpPr>
          <p:nvPr>
            <p:ph type="body" sz="quarter" idx="11" hasCustomPrompt="1"/>
          </p:nvPr>
        </p:nvSpPr>
        <p:spPr>
          <a:xfrm>
            <a:off x="3044858" y="2927187"/>
            <a:ext cx="6105546" cy="830997"/>
          </a:xfrm>
          <a:prstGeom prst="rect">
            <a:avLst/>
          </a:prstGeom>
        </p:spPr>
        <p:txBody>
          <a:bodyPr wrap="square" lIns="0" tIns="0" rIns="0" bIns="0" anchor="ctr">
            <a:noAutofit/>
          </a:bodyPr>
          <a:lstStyle>
            <a:lvl1pPr algn="ctr">
              <a:defRPr sz="5400" b="0" cap="all" baseline="0">
                <a:solidFill>
                  <a:schemeClr val="accent1"/>
                </a:solidFill>
                <a:latin typeface="+mj-lt"/>
              </a:defRPr>
            </a:lvl1pPr>
          </a:lstStyle>
          <a:p>
            <a:pPr lvl="0"/>
            <a:r>
              <a:rPr lang="en-US" dirty="0" smtClean="0"/>
              <a:t>Thank you</a:t>
            </a:r>
          </a:p>
        </p:txBody>
      </p:sp>
    </p:spTree>
    <p:extLst>
      <p:ext uri="{BB962C8B-B14F-4D97-AF65-F5344CB8AC3E}">
        <p14:creationId xmlns:p14="http://schemas.microsoft.com/office/powerpoint/2010/main" val="725978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Cover Style 1">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r="3440" b="23084"/>
          <a:stretch/>
        </p:blipFill>
        <p:spPr>
          <a:xfrm>
            <a:off x="4815840" y="3237924"/>
            <a:ext cx="7376160" cy="3620076"/>
          </a:xfrm>
          <a:prstGeom prst="rect">
            <a:avLst/>
          </a:prstGeom>
        </p:spPr>
      </p:pic>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l="2222" r="5621"/>
          <a:stretch/>
        </p:blipFill>
        <p:spPr>
          <a:xfrm>
            <a:off x="0" y="2185416"/>
            <a:ext cx="12192000" cy="3845977"/>
          </a:xfrm>
          <a:prstGeom prst="rect">
            <a:avLst/>
          </a:prstGeom>
        </p:spPr>
      </p:pic>
      <p:sp>
        <p:nvSpPr>
          <p:cNvPr id="6147" name="Rectangle 3"/>
          <p:cNvSpPr>
            <a:spLocks noGrp="1" noChangeArrowheads="1"/>
          </p:cNvSpPr>
          <p:nvPr>
            <p:ph type="subTitle" idx="1" hasCustomPrompt="1"/>
          </p:nvPr>
        </p:nvSpPr>
        <p:spPr>
          <a:xfrm>
            <a:off x="731521" y="2855158"/>
            <a:ext cx="5921735" cy="181243"/>
          </a:xfrm>
        </p:spPr>
        <p:txBody>
          <a:bodyPr/>
          <a:lstStyle>
            <a:lvl1pPr marL="0" indent="0">
              <a:lnSpc>
                <a:spcPct val="100000"/>
              </a:lnSpc>
              <a:buFont typeface="Arial" pitchFamily="34" charset="0"/>
              <a:buNone/>
              <a:defRPr sz="1200" cap="all" baseline="0">
                <a:solidFill>
                  <a:schemeClr val="tx1"/>
                </a:solidFill>
                <a:latin typeface="SABIC Typeface Headline" panose="020B0603060202020204" pitchFamily="34" charset="0"/>
                <a:cs typeface="SABIC Typeface Headline" panose="020B0603060202020204" pitchFamily="34" charset="0"/>
              </a:defRPr>
            </a:lvl1pPr>
          </a:lstStyle>
          <a:p>
            <a:pPr lvl="0"/>
            <a:r>
              <a:rPr lang="en-US" dirty="0" smtClean="0"/>
              <a:t>Short Subhead all caps (12pt regular) optional</a:t>
            </a:r>
            <a:endParaRPr lang="ar-SA" dirty="0" smtClean="0"/>
          </a:p>
        </p:txBody>
      </p:sp>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11" name="Picture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6146" name="Rectangle 2"/>
          <p:cNvSpPr>
            <a:spLocks noGrp="1" noChangeArrowheads="1"/>
          </p:cNvSpPr>
          <p:nvPr>
            <p:ph type="ctrTitle" hasCustomPrompt="1"/>
          </p:nvPr>
        </p:nvSpPr>
        <p:spPr>
          <a:xfrm>
            <a:off x="731521" y="1673352"/>
            <a:ext cx="8961119" cy="1097280"/>
          </a:xfrm>
        </p:spPr>
        <p:txBody>
          <a:bodyPr anchor="b"/>
          <a:lstStyle>
            <a:lvl1pPr>
              <a:defRPr sz="3600">
                <a:solidFill>
                  <a:schemeClr val="accent5"/>
                </a:solidFill>
              </a:defRPr>
            </a:lvl1pPr>
          </a:lstStyle>
          <a:p>
            <a:pPr lvl="0"/>
            <a:r>
              <a:rPr lang="en-US" dirty="0" smtClean="0"/>
              <a:t>headline all caps (36pt light) </a:t>
            </a:r>
            <a:br>
              <a:rPr lang="en-US" dirty="0" smtClean="0"/>
            </a:br>
            <a:r>
              <a:rPr lang="en-US" dirty="0" smtClean="0"/>
              <a:t>two lines maximum</a:t>
            </a:r>
            <a:endParaRPr lang="en-GB" noProof="0" dirty="0" smtClean="0"/>
          </a:p>
        </p:txBody>
      </p:sp>
    </p:spTree>
    <p:extLst>
      <p:ext uri="{BB962C8B-B14F-4D97-AF65-F5344CB8AC3E}">
        <p14:creationId xmlns:p14="http://schemas.microsoft.com/office/powerpoint/2010/main" val="37491331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secHead" preserve="1">
  <p:cSld name="Blue Divider Slide">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80" y="1460400"/>
            <a:ext cx="10436059" cy="1702205"/>
          </a:xfrm>
        </p:spPr>
        <p:txBody>
          <a:bodyPr anchor="t"/>
          <a:lstStyle>
            <a:lvl1pPr algn="l">
              <a:defRPr sz="4400" b="0" cap="all" baseline="0">
                <a:solidFill>
                  <a:schemeClr val="bg1"/>
                </a:solidFill>
              </a:defRPr>
            </a:lvl1pPr>
          </a:lstStyle>
          <a:p>
            <a:r>
              <a:rPr lang="en-US" dirty="0" smtClean="0"/>
              <a:t>Click to edit SLIDE DIVIDER TEXT</a:t>
            </a:r>
            <a:endParaRPr lang="en-GB" dirty="0"/>
          </a:p>
        </p:txBody>
      </p:sp>
      <p:sp>
        <p:nvSpPr>
          <p:cNvPr id="3" name="Text Placeholder 2"/>
          <p:cNvSpPr>
            <a:spLocks noGrp="1"/>
          </p:cNvSpPr>
          <p:nvPr>
            <p:ph type="body" idx="1" hasCustomPrompt="1"/>
          </p:nvPr>
        </p:nvSpPr>
        <p:spPr>
          <a:xfrm>
            <a:off x="490181" y="406401"/>
            <a:ext cx="9942654" cy="577849"/>
          </a:xfrm>
        </p:spPr>
        <p:txBody>
          <a:bodyPr anchor="b"/>
          <a:lstStyle>
            <a:lvl1pPr marL="0" indent="0">
              <a:buNone/>
              <a:defRPr sz="2000" cap="all" baseline="0">
                <a:solidFill>
                  <a:schemeClr val="bg1"/>
                </a:solidFill>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PRESENTATION RUNNING HEAD</a:t>
            </a:r>
          </a:p>
        </p:txBody>
      </p:sp>
      <p:sp>
        <p:nvSpPr>
          <p:cNvPr id="4" name="Rectangle 3"/>
          <p:cNvSpPr/>
          <p:nvPr userDrawn="1"/>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5" name="Rectangle 4"/>
          <p:cNvSpPr/>
          <p:nvPr userDrawn="1"/>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Tree>
    <p:extLst>
      <p:ext uri="{BB962C8B-B14F-4D97-AF65-F5344CB8AC3E}">
        <p14:creationId xmlns:p14="http://schemas.microsoft.com/office/powerpoint/2010/main" val="3492887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secHead" preserve="1">
  <p:cSld name="Orange Divider Slide">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80" y="1460401"/>
            <a:ext cx="10436060" cy="1702206"/>
          </a:xfrm>
        </p:spPr>
        <p:txBody>
          <a:bodyPr anchor="t"/>
          <a:lstStyle>
            <a:lvl1pPr algn="l">
              <a:defRPr sz="4400" b="0" cap="all" baseline="0">
                <a:solidFill>
                  <a:schemeClr val="bg1"/>
                </a:solidFill>
              </a:defRPr>
            </a:lvl1pPr>
          </a:lstStyle>
          <a:p>
            <a:r>
              <a:rPr lang="en-US" dirty="0" smtClean="0"/>
              <a:t>Click to edit SLIDE DIVIDER TEXT</a:t>
            </a:r>
            <a:endParaRPr lang="en-GB" dirty="0"/>
          </a:p>
        </p:txBody>
      </p:sp>
      <p:sp>
        <p:nvSpPr>
          <p:cNvPr id="3" name="Text Placeholder 2"/>
          <p:cNvSpPr>
            <a:spLocks noGrp="1"/>
          </p:cNvSpPr>
          <p:nvPr>
            <p:ph type="body" idx="1" hasCustomPrompt="1"/>
          </p:nvPr>
        </p:nvSpPr>
        <p:spPr>
          <a:xfrm>
            <a:off x="490181" y="406401"/>
            <a:ext cx="9942654" cy="577849"/>
          </a:xfrm>
        </p:spPr>
        <p:txBody>
          <a:bodyPr anchor="b"/>
          <a:lstStyle>
            <a:lvl1pPr marL="0" indent="0">
              <a:buNone/>
              <a:defRPr sz="2000" cap="all" baseline="0">
                <a:solidFill>
                  <a:schemeClr val="bg1"/>
                </a:solidFill>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PRESENTATION RUNNING HEAD</a:t>
            </a:r>
          </a:p>
        </p:txBody>
      </p:sp>
      <p:sp>
        <p:nvSpPr>
          <p:cNvPr id="4" name="Rectangle 3"/>
          <p:cNvSpPr/>
          <p:nvPr userDrawn="1"/>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5" name="Rectangle 4"/>
          <p:cNvSpPr/>
          <p:nvPr userDrawn="1"/>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Tree>
    <p:extLst>
      <p:ext uri="{BB962C8B-B14F-4D97-AF65-F5344CB8AC3E}">
        <p14:creationId xmlns:p14="http://schemas.microsoft.com/office/powerpoint/2010/main" val="1814943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solidFill>
              </a:defRPr>
            </a:lvl1pPr>
          </a:lstStyle>
          <a:p>
            <a:r>
              <a:rPr lang="en-US" dirty="0" smtClean="0"/>
              <a:t>CLICK TO EDIT MASTER TITLE STYLE</a:t>
            </a:r>
            <a:endParaRPr lang="en-GB" dirty="0"/>
          </a:p>
        </p:txBody>
      </p:sp>
    </p:spTree>
    <p:extLst>
      <p:ext uri="{BB962C8B-B14F-4D97-AF65-F5344CB8AC3E}">
        <p14:creationId xmlns:p14="http://schemas.microsoft.com/office/powerpoint/2010/main" val="2905405790"/>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 Lines Cove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r="3440" b="23084"/>
          <a:stretch/>
        </p:blipFill>
        <p:spPr>
          <a:xfrm>
            <a:off x="4815840" y="3237924"/>
            <a:ext cx="7376160" cy="3620076"/>
          </a:xfrm>
          <a:prstGeom prst="rect">
            <a:avLst/>
          </a:prstGeom>
        </p:spPr>
      </p:pic>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2222" r="5621"/>
          <a:stretch/>
        </p:blipFill>
        <p:spPr>
          <a:xfrm>
            <a:off x="0" y="2185416"/>
            <a:ext cx="12192000" cy="3845977"/>
          </a:xfrm>
          <a:prstGeom prst="rect">
            <a:avLst/>
          </a:prstGeom>
        </p:spPr>
      </p:pic>
      <p:sp>
        <p:nvSpPr>
          <p:cNvPr id="22" name="Text Placeholder 35"/>
          <p:cNvSpPr>
            <a:spLocks noGrp="1"/>
          </p:cNvSpPr>
          <p:nvPr>
            <p:ph type="body" sz="quarter" idx="11" hasCustomPrompt="1"/>
          </p:nvPr>
        </p:nvSpPr>
        <p:spPr>
          <a:xfrm>
            <a:off x="727910" y="2855157"/>
            <a:ext cx="5925346" cy="181244"/>
          </a:xfrm>
          <a:prstGeom prst="rect">
            <a:avLst/>
          </a:prstGeom>
        </p:spPr>
        <p:txBody>
          <a:bodyPr lIns="0" tIns="0" rIns="0" bIns="0">
            <a:noAutofit/>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200" cap="all" baseline="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en-US" dirty="0" smtClean="0"/>
              <a:t>Short Subhead all caps (12pt regular) optional</a:t>
            </a:r>
            <a:endParaRPr lang="ar-SA" dirty="0" smtClean="0"/>
          </a:p>
        </p:txBody>
      </p:sp>
      <p:sp>
        <p:nvSpPr>
          <p:cNvPr id="27" name="Text Placeholder 26"/>
          <p:cNvSpPr>
            <a:spLocks noGrp="1"/>
          </p:cNvSpPr>
          <p:nvPr>
            <p:ph type="body" sz="quarter" idx="18" hasCustomPrompt="1"/>
          </p:nvPr>
        </p:nvSpPr>
        <p:spPr>
          <a:xfrm>
            <a:off x="727911" y="3881481"/>
            <a:ext cx="5925345" cy="171730"/>
          </a:xfrm>
        </p:spPr>
        <p:txBody>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000" cap="all" baseline="0">
                <a:solidFill>
                  <a:schemeClr val="accent4"/>
                </a:solidFill>
              </a:defRPr>
            </a:lvl1pPr>
          </a:lstStyle>
          <a:p>
            <a:pPr marL="0" marR="0" lvl="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a:pPr>
            <a:r>
              <a:rPr lang="en-US" dirty="0" smtClean="0"/>
              <a:t>Confidential marks all caps (10pt light)</a:t>
            </a:r>
          </a:p>
        </p:txBody>
      </p:sp>
      <p:sp>
        <p:nvSpPr>
          <p:cNvPr id="26" name="Text Placeholder 5"/>
          <p:cNvSpPr>
            <a:spLocks noGrp="1"/>
          </p:cNvSpPr>
          <p:nvPr>
            <p:ph type="body" sz="quarter" idx="15" hasCustomPrompt="1"/>
          </p:nvPr>
        </p:nvSpPr>
        <p:spPr>
          <a:xfrm>
            <a:off x="727762" y="3423350"/>
            <a:ext cx="5925495" cy="446795"/>
          </a:xfrm>
        </p:spPr>
        <p:txBody>
          <a:bodyPr vert="horz" wrap="square" lIns="0" tIns="0" rIns="0" bIns="0" rtlCol="0">
            <a:noAutofit/>
          </a:bodyPr>
          <a:lstStyle>
            <a:lvl1pPr algn="l" rtl="0">
              <a:defRPr lang="en-US" sz="1000" dirty="0">
                <a:solidFill>
                  <a:schemeClr val="tx1"/>
                </a:solidFill>
                <a:latin typeface="+mn-lt"/>
                <a:cs typeface="SABIC Typeface Text Light" panose="020B0303060202020204" pitchFamily="34" charset="0"/>
              </a:defRPr>
            </a:lvl1pPr>
          </a:lstStyle>
          <a:p>
            <a:pPr lvl="0"/>
            <a:r>
              <a:rPr lang="en-US" dirty="0" smtClean="0"/>
              <a:t>Author’s Name (10pt light)</a:t>
            </a:r>
            <a:br>
              <a:rPr lang="en-US" dirty="0" smtClean="0"/>
            </a:br>
            <a:r>
              <a:rPr lang="en-US" dirty="0" smtClean="0"/>
              <a:t>Event, City, Country, Month XX, Year (10pt light)</a:t>
            </a:r>
          </a:p>
        </p:txBody>
      </p:sp>
      <p:pic>
        <p:nvPicPr>
          <p:cNvPr id="24" name="Picture 2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20" name="Picture 1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2" name="Title 1"/>
          <p:cNvSpPr>
            <a:spLocks noGrp="1"/>
          </p:cNvSpPr>
          <p:nvPr>
            <p:ph type="title" hasCustomPrompt="1"/>
          </p:nvPr>
        </p:nvSpPr>
        <p:spPr>
          <a:xfrm>
            <a:off x="731520" y="1673352"/>
            <a:ext cx="8961120" cy="1097280"/>
          </a:xfrm>
        </p:spPr>
        <p:txBody>
          <a:bodyPr/>
          <a:lstStyle>
            <a:lvl1pPr>
              <a:defRPr sz="3600">
                <a:solidFill>
                  <a:schemeClr val="accent5"/>
                </a:solidFill>
              </a:defRPr>
            </a:lvl1pPr>
          </a:lstStyle>
          <a:p>
            <a:pPr lvl="0"/>
            <a:r>
              <a:rPr lang="en-US" dirty="0" smtClean="0"/>
              <a:t>headline all caps (36pt light) </a:t>
            </a:r>
            <a:br>
              <a:rPr lang="en-US" dirty="0" smtClean="0"/>
            </a:br>
            <a:r>
              <a:rPr lang="en-US" dirty="0" smtClean="0"/>
              <a:t>two lines maximum</a:t>
            </a:r>
            <a:endParaRPr lang="en-US" dirty="0"/>
          </a:p>
        </p:txBody>
      </p:sp>
    </p:spTree>
    <p:extLst>
      <p:ext uri="{BB962C8B-B14F-4D97-AF65-F5344CB8AC3E}">
        <p14:creationId xmlns:p14="http://schemas.microsoft.com/office/powerpoint/2010/main" val="8713772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3 Lines Cove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r="16532" b="12018"/>
          <a:stretch/>
        </p:blipFill>
        <p:spPr>
          <a:xfrm>
            <a:off x="9204960" y="3527036"/>
            <a:ext cx="2987040" cy="3330964"/>
          </a:xfrm>
          <a:prstGeom prst="rect">
            <a:avLst/>
          </a:prstGeom>
        </p:spPr>
      </p:pic>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r="10044" b="21432"/>
          <a:stretch/>
        </p:blipFill>
        <p:spPr>
          <a:xfrm>
            <a:off x="2255520" y="1746504"/>
            <a:ext cx="9936480" cy="5111496"/>
          </a:xfrm>
          <a:prstGeom prst="rect">
            <a:avLst/>
          </a:prstGeom>
        </p:spPr>
      </p:pic>
      <p:sp>
        <p:nvSpPr>
          <p:cNvPr id="22" name="Text Placeholder 35"/>
          <p:cNvSpPr>
            <a:spLocks noGrp="1"/>
          </p:cNvSpPr>
          <p:nvPr>
            <p:ph type="body" sz="quarter" idx="11" hasCustomPrompt="1"/>
          </p:nvPr>
        </p:nvSpPr>
        <p:spPr>
          <a:xfrm>
            <a:off x="727910" y="3406565"/>
            <a:ext cx="5925346" cy="181244"/>
          </a:xfrm>
          <a:prstGeom prst="rect">
            <a:avLst/>
          </a:prstGeom>
        </p:spPr>
        <p:txBody>
          <a:bodyPr lIns="0" tIns="0" rIns="0" bIns="0">
            <a:noAutofit/>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200" cap="all" baseline="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en-US" dirty="0" smtClean="0"/>
              <a:t>Short Subhead all caps (12pt regular) optional</a:t>
            </a:r>
            <a:endParaRPr lang="ar-SA" dirty="0" smtClean="0"/>
          </a:p>
        </p:txBody>
      </p:sp>
      <p:sp>
        <p:nvSpPr>
          <p:cNvPr id="27" name="Text Placeholder 26"/>
          <p:cNvSpPr>
            <a:spLocks noGrp="1"/>
          </p:cNvSpPr>
          <p:nvPr>
            <p:ph type="body" sz="quarter" idx="18" hasCustomPrompt="1"/>
          </p:nvPr>
        </p:nvSpPr>
        <p:spPr>
          <a:xfrm>
            <a:off x="727911" y="4432889"/>
            <a:ext cx="5925345" cy="171730"/>
          </a:xfrm>
        </p:spPr>
        <p:txBody>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000" cap="all" baseline="0">
                <a:solidFill>
                  <a:schemeClr val="accent4"/>
                </a:solidFill>
              </a:defRPr>
            </a:lvl1pPr>
          </a:lstStyle>
          <a:p>
            <a:pPr marL="0" marR="0" lvl="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a:pPr>
            <a:r>
              <a:rPr lang="en-US" dirty="0" smtClean="0"/>
              <a:t>Confidential marks all caps (10pt light)</a:t>
            </a:r>
          </a:p>
        </p:txBody>
      </p:sp>
      <p:sp>
        <p:nvSpPr>
          <p:cNvPr id="26" name="Text Placeholder 5"/>
          <p:cNvSpPr>
            <a:spLocks noGrp="1"/>
          </p:cNvSpPr>
          <p:nvPr>
            <p:ph type="body" sz="quarter" idx="15" hasCustomPrompt="1"/>
          </p:nvPr>
        </p:nvSpPr>
        <p:spPr>
          <a:xfrm>
            <a:off x="727762" y="3974758"/>
            <a:ext cx="5925495" cy="446795"/>
          </a:xfrm>
        </p:spPr>
        <p:txBody>
          <a:bodyPr vert="horz" wrap="square" lIns="0" tIns="0" rIns="0" bIns="0" rtlCol="0">
            <a:noAutofit/>
          </a:bodyPr>
          <a:lstStyle>
            <a:lvl1pPr algn="l" rtl="0">
              <a:defRPr lang="en-US" sz="1000" dirty="0">
                <a:solidFill>
                  <a:schemeClr val="tx1"/>
                </a:solidFill>
                <a:latin typeface="+mn-lt"/>
                <a:cs typeface="SABIC Typeface Text Light" panose="020B0303060202020204" pitchFamily="34" charset="0"/>
              </a:defRPr>
            </a:lvl1pPr>
          </a:lstStyle>
          <a:p>
            <a:pPr lvl="0"/>
            <a:r>
              <a:rPr lang="en-US" dirty="0" smtClean="0"/>
              <a:t>Author’s Name (10pt light)</a:t>
            </a:r>
            <a:br>
              <a:rPr lang="en-US" dirty="0" smtClean="0"/>
            </a:br>
            <a:r>
              <a:rPr lang="en-US" dirty="0" smtClean="0"/>
              <a:t>Event, City, Country, Month XX, Year (10pt light)</a:t>
            </a:r>
          </a:p>
        </p:txBody>
      </p:sp>
      <p:pic>
        <p:nvPicPr>
          <p:cNvPr id="24" name="Picture 2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25" name="Picture 2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2" name="Title 1"/>
          <p:cNvSpPr>
            <a:spLocks noGrp="1"/>
          </p:cNvSpPr>
          <p:nvPr>
            <p:ph type="title" hasCustomPrompt="1"/>
          </p:nvPr>
        </p:nvSpPr>
        <p:spPr>
          <a:xfrm>
            <a:off x="727910" y="1673351"/>
            <a:ext cx="8961120" cy="1647830"/>
          </a:xfrm>
        </p:spPr>
        <p:txBody>
          <a:bodyPr/>
          <a:lstStyle>
            <a:lvl1pPr>
              <a:defRPr lang="en-US" sz="3600" b="0" cap="all" baseline="0" dirty="0">
                <a:solidFill>
                  <a:schemeClr val="accent5"/>
                </a:solidFill>
                <a:latin typeface="+mj-lt"/>
                <a:ea typeface="+mn-ea"/>
                <a:cs typeface="+mn-cs"/>
              </a:defRPr>
            </a:lvl1pPr>
          </a:lstStyle>
          <a:p>
            <a:pPr lvl="0"/>
            <a:r>
              <a:rPr lang="en-US" dirty="0" smtClean="0"/>
              <a:t>Document headline</a:t>
            </a:r>
            <a:br>
              <a:rPr lang="en-US" dirty="0" smtClean="0"/>
            </a:br>
            <a:r>
              <a:rPr lang="en-US" dirty="0" smtClean="0"/>
              <a:t>all caps (36pt light) </a:t>
            </a:r>
            <a:br>
              <a:rPr lang="en-US" dirty="0" smtClean="0"/>
            </a:br>
            <a:r>
              <a:rPr lang="en-US" dirty="0" smtClean="0"/>
              <a:t>three lines maximum</a:t>
            </a:r>
          </a:p>
        </p:txBody>
      </p:sp>
    </p:spTree>
    <p:extLst>
      <p:ext uri="{BB962C8B-B14F-4D97-AF65-F5344CB8AC3E}">
        <p14:creationId xmlns:p14="http://schemas.microsoft.com/office/powerpoint/2010/main" val="1680734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 Lines Cover AR">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3600" b="22681"/>
          <a:stretch/>
        </p:blipFill>
        <p:spPr>
          <a:xfrm>
            <a:off x="0" y="3355675"/>
            <a:ext cx="7181734" cy="3502326"/>
          </a:xfrm>
          <a:prstGeom prst="rect">
            <a:avLst/>
          </a:prstGeom>
        </p:spPr>
      </p:pic>
      <p:pic>
        <p:nvPicPr>
          <p:cNvPr id="15" name="Picture 14"/>
          <p:cNvPicPr>
            <a:picLocks noChangeAspect="1"/>
          </p:cNvPicPr>
          <p:nvPr userDrawn="1"/>
        </p:nvPicPr>
        <p:blipFill rotWithShape="1">
          <a:blip r:embed="rId3">
            <a:extLst>
              <a:ext uri="{28A0092B-C50C-407E-A947-70E740481C1C}">
                <a14:useLocalDpi xmlns:a14="http://schemas.microsoft.com/office/drawing/2010/main" val="0"/>
              </a:ext>
            </a:extLst>
          </a:blip>
          <a:srcRect l="5778" r="2298"/>
          <a:stretch/>
        </p:blipFill>
        <p:spPr>
          <a:xfrm>
            <a:off x="0" y="2266949"/>
            <a:ext cx="12192000" cy="3861067"/>
          </a:xfrm>
          <a:prstGeom prst="rect">
            <a:avLst/>
          </a:prstGeom>
        </p:spPr>
      </p:pic>
      <p:sp>
        <p:nvSpPr>
          <p:cNvPr id="36" name="Text Placeholder 35"/>
          <p:cNvSpPr>
            <a:spLocks noGrp="1"/>
          </p:cNvSpPr>
          <p:nvPr>
            <p:ph type="body" sz="quarter" idx="11" hasCustomPrompt="1"/>
          </p:nvPr>
        </p:nvSpPr>
        <p:spPr>
          <a:xfrm>
            <a:off x="5585181" y="3136599"/>
            <a:ext cx="5897725" cy="219075"/>
          </a:xfrm>
          <a:prstGeom prst="rect">
            <a:avLst/>
          </a:prstGeom>
        </p:spPr>
        <p:txBody>
          <a:bodyPr lIns="0" tIns="0" rIns="0" bIns="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200" b="0" cap="all" baseline="0" dirty="0" smtClean="0">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ar-SA" dirty="0" smtClean="0"/>
              <a:t>عنوان فرعي مختصر، اختياري، حجم الخط 12عادي</a:t>
            </a:r>
            <a:endParaRPr lang="en-US" dirty="0" smtClean="0"/>
          </a:p>
        </p:txBody>
      </p:sp>
      <p:sp>
        <p:nvSpPr>
          <p:cNvPr id="42" name="Text Placeholder 41"/>
          <p:cNvSpPr>
            <a:spLocks noGrp="1"/>
          </p:cNvSpPr>
          <p:nvPr>
            <p:ph type="body" sz="quarter" idx="18" hasCustomPrompt="1"/>
          </p:nvPr>
        </p:nvSpPr>
        <p:spPr>
          <a:xfrm>
            <a:off x="5585181" y="4142232"/>
            <a:ext cx="5897725" cy="164592"/>
          </a:xfrm>
        </p:spPr>
        <p:txBody>
          <a:bodyPr/>
          <a:lstStyle>
            <a:lvl1pPr algn="r" rtl="1">
              <a:defRPr sz="1000" baseline="0">
                <a:solidFill>
                  <a:schemeClr val="accent4"/>
                </a:solidFill>
                <a:latin typeface="SABIC Typeface Text Light" panose="020B0303060202020204" pitchFamily="34" charset="0"/>
                <a:cs typeface="+mn-cs"/>
              </a:defRPr>
            </a:lvl1pPr>
          </a:lstStyle>
          <a:p>
            <a:pPr lvl="0"/>
            <a:r>
              <a:rPr lang="ar-SA" dirty="0" smtClean="0"/>
              <a:t>تعليمات السرّية، حجم الخط 10خفيف</a:t>
            </a:r>
            <a:endParaRPr lang="en-US" dirty="0" smtClean="0"/>
          </a:p>
        </p:txBody>
      </p:sp>
      <p:sp>
        <p:nvSpPr>
          <p:cNvPr id="18" name="Text Placeholder 5"/>
          <p:cNvSpPr>
            <a:spLocks noGrp="1"/>
          </p:cNvSpPr>
          <p:nvPr>
            <p:ph type="body" sz="quarter" idx="15" hasCustomPrompt="1"/>
          </p:nvPr>
        </p:nvSpPr>
        <p:spPr>
          <a:xfrm>
            <a:off x="5585181" y="3684944"/>
            <a:ext cx="5896797" cy="446795"/>
          </a:xfrm>
        </p:spPr>
        <p:txBody>
          <a:bodyPr vert="horz" wrap="square" lIns="0" tIns="0" rIns="0" bIns="0" rtlCol="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000" baseline="0">
                <a:solidFill>
                  <a:schemeClr val="tx1"/>
                </a:solidFill>
                <a:latin typeface="SABIC Typeface Text Light" panose="020B0303060202020204" pitchFamily="34" charset="0"/>
                <a:cs typeface="+mn-cs"/>
              </a:defRPr>
            </a:lvl1pPr>
          </a:lstStyle>
          <a:p>
            <a:pPr lvl="0"/>
            <a:r>
              <a:rPr lang="ar-SA" dirty="0" smtClean="0"/>
              <a:t>اسم المؤلف، حجم الخط 10خفيف</a:t>
            </a:r>
            <a:br>
              <a:rPr lang="ar-SA" dirty="0" smtClean="0"/>
            </a:br>
            <a:r>
              <a:rPr lang="ar-SA" dirty="0" smtClean="0"/>
              <a:t>اسم المناسبة، المدينة، الدولة، الشهر، السنة، حجم الخط 10خفيف</a:t>
            </a:r>
            <a:endParaRPr lang="en-US" dirty="0" smtClean="0"/>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30" name="Picture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3646" y="631499"/>
            <a:ext cx="2058802" cy="414723"/>
          </a:xfrm>
          <a:prstGeom prst="rect">
            <a:avLst/>
          </a:prstGeom>
        </p:spPr>
      </p:pic>
      <p:sp>
        <p:nvSpPr>
          <p:cNvPr id="2" name="Title 1"/>
          <p:cNvSpPr>
            <a:spLocks noGrp="1"/>
          </p:cNvSpPr>
          <p:nvPr>
            <p:ph type="title" hasCustomPrompt="1"/>
          </p:nvPr>
        </p:nvSpPr>
        <p:spPr>
          <a:xfrm>
            <a:off x="2511552" y="1669660"/>
            <a:ext cx="8970426" cy="1317052"/>
          </a:xfrm>
        </p:spPr>
        <p:txBody>
          <a:bodyPr/>
          <a:lstStyle>
            <a:lvl1pPr algn="r" rtl="1">
              <a:lnSpc>
                <a:spcPct val="120000"/>
              </a:lnSpc>
              <a:defRPr lang="en-US" sz="3600" b="0" cap="all" baseline="0" dirty="0">
                <a:solidFill>
                  <a:schemeClr val="accent5"/>
                </a:solidFill>
                <a:latin typeface="SABIC Typeface Headline Light" panose="020B0303060202020204" pitchFamily="34" charset="0"/>
                <a:ea typeface="+mn-ea"/>
                <a:cs typeface="+mj-cs"/>
              </a:defRPr>
            </a:lvl1pPr>
          </a:lstStyle>
          <a:p>
            <a:pPr lvl="0"/>
            <a:r>
              <a:rPr lang="ar-SA" dirty="0" smtClean="0"/>
              <a:t>العنوان الرئيس، سطرين كحد أقصى، </a:t>
            </a:r>
            <a:br>
              <a:rPr lang="ar-SA" dirty="0" smtClean="0"/>
            </a:br>
            <a:r>
              <a:rPr lang="ar-SA" dirty="0" smtClean="0"/>
              <a:t>حجم الخط 36خفيف</a:t>
            </a:r>
            <a:endParaRPr lang="en-US" dirty="0"/>
          </a:p>
        </p:txBody>
      </p:sp>
    </p:spTree>
    <p:extLst>
      <p:ext uri="{BB962C8B-B14F-4D97-AF65-F5344CB8AC3E}">
        <p14:creationId xmlns:p14="http://schemas.microsoft.com/office/powerpoint/2010/main" val="127687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3 Lines Cover AR">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16532" b="12327"/>
          <a:stretch/>
        </p:blipFill>
        <p:spPr>
          <a:xfrm>
            <a:off x="0" y="3538728"/>
            <a:ext cx="2987040" cy="3319272"/>
          </a:xfrm>
          <a:prstGeom prst="rect">
            <a:avLst/>
          </a:prstGeom>
        </p:spPr>
      </p:pic>
      <p:pic>
        <p:nvPicPr>
          <p:cNvPr id="15" name="Picture 14"/>
          <p:cNvPicPr>
            <a:picLocks noChangeAspect="1"/>
          </p:cNvPicPr>
          <p:nvPr userDrawn="1"/>
        </p:nvPicPr>
        <p:blipFill rotWithShape="1">
          <a:blip r:embed="rId3">
            <a:extLst>
              <a:ext uri="{28A0092B-C50C-407E-A947-70E740481C1C}">
                <a14:useLocalDpi xmlns:a14="http://schemas.microsoft.com/office/drawing/2010/main" val="0"/>
              </a:ext>
            </a:extLst>
          </a:blip>
          <a:srcRect l="9997" b="21867"/>
          <a:stretch/>
        </p:blipFill>
        <p:spPr>
          <a:xfrm>
            <a:off x="0" y="1728370"/>
            <a:ext cx="10411968" cy="5129630"/>
          </a:xfrm>
          <a:prstGeom prst="rect">
            <a:avLst/>
          </a:prstGeom>
        </p:spPr>
      </p:pic>
      <p:sp>
        <p:nvSpPr>
          <p:cNvPr id="36" name="Text Placeholder 35"/>
          <p:cNvSpPr>
            <a:spLocks noGrp="1"/>
          </p:cNvSpPr>
          <p:nvPr>
            <p:ph type="body" sz="quarter" idx="11" hasCustomPrompt="1"/>
          </p:nvPr>
        </p:nvSpPr>
        <p:spPr>
          <a:xfrm>
            <a:off x="5585181" y="3798659"/>
            <a:ext cx="5897725" cy="219075"/>
          </a:xfrm>
          <a:prstGeom prst="rect">
            <a:avLst/>
          </a:prstGeom>
        </p:spPr>
        <p:txBody>
          <a:bodyPr lIns="0" tIns="0" rIns="0" bIns="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200" cap="all" baseline="0" dirty="0" smtClean="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ar-SA" dirty="0" smtClean="0"/>
              <a:t>عنوان فرعي مختصر، اختياري، حجم الخط 12عادي</a:t>
            </a:r>
            <a:endParaRPr lang="en-US" dirty="0" smtClean="0"/>
          </a:p>
        </p:txBody>
      </p:sp>
      <p:sp>
        <p:nvSpPr>
          <p:cNvPr id="42" name="Text Placeholder 41"/>
          <p:cNvSpPr>
            <a:spLocks noGrp="1"/>
          </p:cNvSpPr>
          <p:nvPr>
            <p:ph type="body" sz="quarter" idx="18" hasCustomPrompt="1"/>
          </p:nvPr>
        </p:nvSpPr>
        <p:spPr>
          <a:xfrm>
            <a:off x="5585181" y="4804292"/>
            <a:ext cx="5897725" cy="164592"/>
          </a:xfrm>
        </p:spPr>
        <p:txBody>
          <a:bodyPr/>
          <a:lstStyle>
            <a:lvl1pPr algn="r" rtl="1">
              <a:defRPr sz="1000" baseline="0">
                <a:solidFill>
                  <a:schemeClr val="accent4"/>
                </a:solidFill>
                <a:latin typeface="SABIC Typeface Text Light" panose="020B0303060202020204" pitchFamily="34" charset="0"/>
                <a:cs typeface="+mn-cs"/>
              </a:defRPr>
            </a:lvl1pPr>
          </a:lstStyle>
          <a:p>
            <a:pPr lvl="0"/>
            <a:r>
              <a:rPr lang="ar-SA" dirty="0" smtClean="0"/>
              <a:t>تعليمات السرّية، حجم الخط 10خفيف</a:t>
            </a:r>
            <a:endParaRPr lang="en-US" dirty="0" smtClean="0"/>
          </a:p>
        </p:txBody>
      </p:sp>
      <p:sp>
        <p:nvSpPr>
          <p:cNvPr id="18" name="Text Placeholder 5"/>
          <p:cNvSpPr>
            <a:spLocks noGrp="1"/>
          </p:cNvSpPr>
          <p:nvPr>
            <p:ph type="body" sz="quarter" idx="15" hasCustomPrompt="1"/>
          </p:nvPr>
        </p:nvSpPr>
        <p:spPr>
          <a:xfrm>
            <a:off x="5585181" y="4347004"/>
            <a:ext cx="5896797" cy="446795"/>
          </a:xfrm>
        </p:spPr>
        <p:txBody>
          <a:bodyPr vert="horz" wrap="square" lIns="0" tIns="0" rIns="0" bIns="0" rtlCol="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000" baseline="0">
                <a:solidFill>
                  <a:schemeClr val="tx1"/>
                </a:solidFill>
                <a:latin typeface="SABIC Typeface Text Light" panose="020B0303060202020204" pitchFamily="34" charset="0"/>
                <a:cs typeface="+mn-cs"/>
              </a:defRPr>
            </a:lvl1pPr>
          </a:lstStyle>
          <a:p>
            <a:pPr lvl="0"/>
            <a:r>
              <a:rPr lang="ar-SA" dirty="0" smtClean="0"/>
              <a:t>اسم المؤلف، حجم الخط 10خفيف</a:t>
            </a:r>
            <a:br>
              <a:rPr lang="ar-SA" dirty="0" smtClean="0"/>
            </a:br>
            <a:r>
              <a:rPr lang="ar-SA" dirty="0" smtClean="0"/>
              <a:t>اسم المناسبة، المدينة، الدولة، الشهر، السنة، حجم الخط 10خفيف</a:t>
            </a:r>
            <a:endParaRPr lang="en-US" dirty="0" smtClean="0"/>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30" name="Picture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3646" y="631499"/>
            <a:ext cx="2058802" cy="414723"/>
          </a:xfrm>
          <a:prstGeom prst="rect">
            <a:avLst/>
          </a:prstGeom>
        </p:spPr>
      </p:pic>
      <p:sp>
        <p:nvSpPr>
          <p:cNvPr id="2" name="Title 1"/>
          <p:cNvSpPr>
            <a:spLocks noGrp="1"/>
          </p:cNvSpPr>
          <p:nvPr>
            <p:ph type="title" hasCustomPrompt="1"/>
          </p:nvPr>
        </p:nvSpPr>
        <p:spPr>
          <a:xfrm>
            <a:off x="2511552" y="1669658"/>
            <a:ext cx="8970425" cy="1979115"/>
          </a:xfrm>
        </p:spPr>
        <p:txBody>
          <a:bodyPr/>
          <a:lstStyle>
            <a:lvl1pPr algn="r" rtl="1">
              <a:lnSpc>
                <a:spcPct val="120000"/>
              </a:lnSpc>
              <a:defRPr lang="en-US" sz="3600" b="0" cap="all" baseline="0" dirty="0">
                <a:solidFill>
                  <a:schemeClr val="accent5"/>
                </a:solidFill>
                <a:latin typeface="SABIC Typeface Headline Light" panose="020B0303060202020204" pitchFamily="34" charset="0"/>
                <a:ea typeface="+mn-ea"/>
                <a:cs typeface="+mj-cs"/>
              </a:defRPr>
            </a:lvl1pPr>
          </a:lstStyle>
          <a:p>
            <a:pPr lvl="0"/>
            <a:r>
              <a:rPr lang="ar-SA" dirty="0" smtClean="0"/>
              <a:t>العنوان الرئيس، </a:t>
            </a:r>
            <a:br>
              <a:rPr lang="ar-SA" dirty="0" smtClean="0"/>
            </a:br>
            <a:r>
              <a:rPr lang="ar-SA" dirty="0" smtClean="0"/>
              <a:t>ثلاثة أسطر كحد أقصى، </a:t>
            </a:r>
            <a:br>
              <a:rPr lang="ar-SA" dirty="0" smtClean="0"/>
            </a:br>
            <a:r>
              <a:rPr lang="ar-SA" dirty="0" smtClean="0"/>
              <a:t>حجم الخط 36خفيف</a:t>
            </a:r>
            <a:endParaRPr lang="en-US" dirty="0"/>
          </a:p>
        </p:txBody>
      </p:sp>
    </p:spTree>
    <p:extLst>
      <p:ext uri="{BB962C8B-B14F-4D97-AF65-F5344CB8AC3E}">
        <p14:creationId xmlns:p14="http://schemas.microsoft.com/office/powerpoint/2010/main" val="2750780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ue Divider">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490179" y="406400"/>
            <a:ext cx="9942655" cy="577850"/>
          </a:xfrm>
          <a:prstGeom prst="rect">
            <a:avLst/>
          </a:prstGeom>
        </p:spPr>
        <p:txBody>
          <a:bodyPr lIns="0" tIns="0" rIns="0" bIns="0" anchor="b">
            <a:noAutofit/>
          </a:bodyPr>
          <a:lstStyle>
            <a:lvl1pPr rtl="0">
              <a:lnSpc>
                <a:spcPct val="100000"/>
              </a:lnSpc>
              <a:defRPr sz="2000" b="0" cap="all" baseline="0">
                <a:solidFill>
                  <a:schemeClr val="bg1"/>
                </a:solidFill>
                <a:latin typeface="+mj-lt"/>
              </a:defRPr>
            </a:lvl1pPr>
          </a:lstStyle>
          <a:p>
            <a:pPr>
              <a:buFontTx/>
            </a:pPr>
            <a:r>
              <a:rPr lang="en-US" dirty="0" smtClean="0"/>
              <a:t>Section divider subtitle (20PT light)</a:t>
            </a:r>
            <a:endParaRPr lang="en-GB" kern="0" dirty="0"/>
          </a:p>
        </p:txBody>
      </p:sp>
      <p:sp>
        <p:nvSpPr>
          <p:cNvPr id="14" name="Title 13"/>
          <p:cNvSpPr>
            <a:spLocks noGrp="1"/>
          </p:cNvSpPr>
          <p:nvPr>
            <p:ph type="title" hasCustomPrompt="1"/>
          </p:nvPr>
        </p:nvSpPr>
        <p:spPr>
          <a:xfrm>
            <a:off x="490180" y="1460401"/>
            <a:ext cx="10436060" cy="1645920"/>
          </a:xfrm>
        </p:spPr>
        <p:txBody>
          <a:bodyPr anchor="t"/>
          <a:lstStyle>
            <a:lvl1pPr>
              <a:lnSpc>
                <a:spcPct val="120000"/>
              </a:lnSpc>
              <a:defRPr sz="4400" cap="all" baseline="0">
                <a:solidFill>
                  <a:schemeClr val="bg1"/>
                </a:solidFill>
              </a:defRPr>
            </a:lvl1pPr>
          </a:lstStyle>
          <a:p>
            <a:pPr lvl="0"/>
            <a:r>
              <a:rPr lang="en-US" kern="0" dirty="0" smtClean="0"/>
              <a:t>Section divider</a:t>
            </a:r>
            <a:br>
              <a:rPr lang="en-US" kern="0" dirty="0" smtClean="0"/>
            </a:br>
            <a:r>
              <a:rPr lang="en-US" kern="0" dirty="0" smtClean="0"/>
              <a:t>Headline (44pt </a:t>
            </a:r>
            <a:r>
              <a:rPr lang="en-US" dirty="0" smtClean="0"/>
              <a:t>light</a:t>
            </a:r>
            <a:r>
              <a:rPr lang="en-US" kern="0" dirty="0" smtClean="0"/>
              <a:t>)</a:t>
            </a:r>
            <a:endParaRPr lang="en-US" dirty="0" smtClean="0"/>
          </a:p>
        </p:txBody>
      </p:sp>
      <p:sp>
        <p:nvSpPr>
          <p:cNvPr id="21"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Tree>
    <p:extLst>
      <p:ext uri="{BB962C8B-B14F-4D97-AF65-F5344CB8AC3E}">
        <p14:creationId xmlns:p14="http://schemas.microsoft.com/office/powerpoint/2010/main" val="331094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Blue Divider Numbering">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490179" y="1460401"/>
            <a:ext cx="10436061" cy="1645920"/>
          </a:xfrm>
        </p:spPr>
        <p:txBody>
          <a:bodyPr anchor="t"/>
          <a:lstStyle>
            <a:lvl1pPr>
              <a:lnSpc>
                <a:spcPct val="120000"/>
              </a:lnSpc>
              <a:defRPr sz="4400" cap="all" baseline="0">
                <a:solidFill>
                  <a:schemeClr val="bg1"/>
                </a:solidFill>
              </a:defRPr>
            </a:lvl1pPr>
          </a:lstStyle>
          <a:p>
            <a:pPr lvl="0"/>
            <a:r>
              <a:rPr lang="en-US" dirty="0" smtClean="0"/>
              <a:t>Optional numbering </a:t>
            </a:r>
            <a:br>
              <a:rPr lang="en-US" dirty="0" smtClean="0"/>
            </a:br>
            <a:r>
              <a:rPr lang="en-US" dirty="0" smtClean="0"/>
              <a:t>system </a:t>
            </a:r>
            <a:r>
              <a:rPr lang="en-US" kern="0" dirty="0" smtClean="0"/>
              <a:t>(44pt </a:t>
            </a:r>
            <a:r>
              <a:rPr lang="en-US" dirty="0" smtClean="0"/>
              <a:t>light</a:t>
            </a:r>
            <a:r>
              <a:rPr lang="en-US" kern="0" dirty="0" smtClean="0"/>
              <a:t>)</a:t>
            </a:r>
            <a:endParaRPr lang="en-US" dirty="0" smtClean="0"/>
          </a:p>
        </p:txBody>
      </p:sp>
      <p:sp>
        <p:nvSpPr>
          <p:cNvPr id="9" name="Text Placeholder 2"/>
          <p:cNvSpPr>
            <a:spLocks noGrp="1"/>
          </p:cNvSpPr>
          <p:nvPr>
            <p:ph type="body" sz="quarter" idx="13" hasCustomPrompt="1"/>
          </p:nvPr>
        </p:nvSpPr>
        <p:spPr>
          <a:xfrm>
            <a:off x="490179" y="406400"/>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lvl="0"/>
            <a:r>
              <a:rPr lang="en-US" dirty="0" smtClean="0"/>
              <a:t>Section divider subtitle (20PT light)</a:t>
            </a:r>
          </a:p>
        </p:txBody>
      </p:sp>
      <p:sp>
        <p:nvSpPr>
          <p:cNvPr id="10" name="Text Placeholder 5"/>
          <p:cNvSpPr>
            <a:spLocks noGrp="1"/>
          </p:cNvSpPr>
          <p:nvPr>
            <p:ph type="body" sz="quarter" idx="14" hasCustomPrompt="1"/>
          </p:nvPr>
        </p:nvSpPr>
        <p:spPr>
          <a:xfrm>
            <a:off x="5863811" y="3211948"/>
            <a:ext cx="5869603" cy="3693319"/>
          </a:xfrm>
          <a:prstGeom prst="rect">
            <a:avLst/>
          </a:prstGeom>
        </p:spPr>
        <p:txBody>
          <a:bodyPr lIns="0" tIns="0" rIns="0" bIns="0">
            <a:noAutofit/>
          </a:bodyPr>
          <a:lstStyle>
            <a:lvl1pPr algn="r">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2"/>
                </a:solidFill>
                <a:latin typeface="+mn-lt"/>
              </a:rPr>
              <a:pPr algn="r" eaLnBrk="0" hangingPunct="0">
                <a:buFontTx/>
                <a:buNone/>
              </a:pPr>
              <a:t>‹#›</a:t>
            </a:fld>
            <a:endParaRPr lang="en-GB" sz="900" dirty="0">
              <a:solidFill>
                <a:schemeClr val="bg2"/>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4261906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Blue Divider AR">
    <p:bg>
      <p:bgPr>
        <a:gradFill flip="none" rotWithShape="1">
          <a:gsLst>
            <a:gs pos="90000">
              <a:srgbClr val="0047BB"/>
            </a:gs>
            <a:gs pos="10000">
              <a:schemeClr val="accent1"/>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1775291" y="406401"/>
            <a:ext cx="9942653" cy="577850"/>
          </a:xfrm>
          <a:prstGeom prst="rect">
            <a:avLst/>
          </a:prstGeom>
        </p:spPr>
        <p:txBody>
          <a:bodyPr lIns="0" tIns="0" rIns="0" bIns="0" anchor="b">
            <a:noAutofit/>
          </a:bodyPr>
          <a:lstStyle>
            <a:lvl1pPr algn="r" rtl="1">
              <a:lnSpc>
                <a:spcPct val="100000"/>
              </a:lnSpc>
              <a:defRPr sz="2000" b="0" cap="all" baseline="0">
                <a:solidFill>
                  <a:schemeClr val="bg1"/>
                </a:solidFill>
                <a:latin typeface="SABIC Typeface Headline Light" panose="020B0303060202020204" pitchFamily="34" charset="0"/>
                <a:cs typeface="+mj-cs"/>
              </a:defRPr>
            </a:lvl1pPr>
          </a:lstStyle>
          <a:p>
            <a:pPr>
              <a:buFontTx/>
            </a:pPr>
            <a:r>
              <a:rPr lang="ar-SA" dirty="0" smtClean="0"/>
              <a:t>عنوان فرعي للفاصل، حجم الخط 20خفيف</a:t>
            </a:r>
            <a:endParaRPr lang="en-US" kern="0" dirty="0" smtClean="0"/>
          </a:p>
        </p:txBody>
      </p:sp>
      <p:sp>
        <p:nvSpPr>
          <p:cNvPr id="21" name="Text Placeholder 7"/>
          <p:cNvSpPr>
            <a:spLocks noGrp="1"/>
          </p:cNvSpPr>
          <p:nvPr>
            <p:ph type="body" sz="quarter" idx="10" hasCustomPrompt="1"/>
          </p:nvPr>
        </p:nvSpPr>
        <p:spPr>
          <a:xfrm>
            <a:off x="1549791"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485715"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2" name="Title 1"/>
          <p:cNvSpPr>
            <a:spLocks noGrp="1"/>
          </p:cNvSpPr>
          <p:nvPr>
            <p:ph type="title" hasCustomPrompt="1"/>
          </p:nvPr>
        </p:nvSpPr>
        <p:spPr>
          <a:xfrm>
            <a:off x="1267744" y="1460401"/>
            <a:ext cx="10450200" cy="1645920"/>
          </a:xfrm>
        </p:spPr>
        <p:txBody>
          <a:bodyPr anchor="t"/>
          <a:lstStyle>
            <a:lvl1pPr algn="r" rtl="1">
              <a:lnSpc>
                <a:spcPct val="120000"/>
              </a:lnSpc>
              <a:defRPr sz="4400">
                <a:solidFill>
                  <a:schemeClr val="bg1"/>
                </a:solidFill>
              </a:defRPr>
            </a:lvl1pPr>
          </a:lstStyle>
          <a:p>
            <a:r>
              <a:rPr lang="ar-SA" kern="0" dirty="0" smtClean="0"/>
              <a:t>عنوان رئيس للفاصل</a:t>
            </a:r>
            <a:br>
              <a:rPr lang="ar-SA" kern="0" dirty="0" smtClean="0"/>
            </a:br>
            <a:r>
              <a:rPr lang="ar-SA" kern="0" dirty="0" smtClean="0"/>
              <a:t>حجم الخط 44</a:t>
            </a:r>
            <a:r>
              <a:rPr lang="ar-SA" dirty="0" smtClean="0"/>
              <a:t>خفيف</a:t>
            </a:r>
            <a:endParaRPr lang="en-US" dirty="0"/>
          </a:p>
        </p:txBody>
      </p:sp>
    </p:spTree>
    <p:extLst>
      <p:ext uri="{BB962C8B-B14F-4D97-AF65-F5344CB8AC3E}">
        <p14:creationId xmlns:p14="http://schemas.microsoft.com/office/powerpoint/2010/main" val="1972636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Blue Divider Numbering AR">
    <p:bg>
      <p:bgPr>
        <a:gradFill flip="none" rotWithShape="1">
          <a:gsLst>
            <a:gs pos="90000">
              <a:srgbClr val="0047BB"/>
            </a:gs>
            <a:gs pos="10000">
              <a:schemeClr val="accent1"/>
            </a:gs>
          </a:gsLst>
          <a:lin ang="0" scaled="1"/>
          <a:tileRect/>
        </a:gradFill>
        <a:effectLst/>
      </p:bgPr>
    </p:bg>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1267876" y="1460401"/>
            <a:ext cx="10440395" cy="1645919"/>
          </a:xfrm>
        </p:spPr>
        <p:txBody>
          <a:bodyPr anchor="t"/>
          <a:lstStyle>
            <a:lvl1pPr algn="r" rtl="1">
              <a:lnSpc>
                <a:spcPct val="120000"/>
              </a:lnSpc>
              <a:defRPr sz="4400" cap="all" baseline="0">
                <a:solidFill>
                  <a:schemeClr val="bg1"/>
                </a:solidFill>
                <a:latin typeface="SABIC Typeface Headline Light" panose="020B0303060202020204" pitchFamily="34" charset="0"/>
                <a:cs typeface="+mj-cs"/>
              </a:defRPr>
            </a:lvl1pPr>
          </a:lstStyle>
          <a:p>
            <a:pPr>
              <a:buFontTx/>
            </a:pPr>
            <a:r>
              <a:rPr lang="ar-SA" dirty="0" smtClean="0"/>
              <a:t>عنوان رئيس لفاصل مرقم</a:t>
            </a:r>
            <a:br>
              <a:rPr lang="ar-SA" dirty="0" smtClean="0"/>
            </a:br>
            <a:r>
              <a:rPr lang="ar-SA" dirty="0" smtClean="0"/>
              <a:t>حجم الخط 44خفيف</a:t>
            </a:r>
            <a:endParaRPr lang="en-US" kern="0" dirty="0" smtClean="0"/>
          </a:p>
        </p:txBody>
      </p:sp>
      <p:sp>
        <p:nvSpPr>
          <p:cNvPr id="9" name="Text Placeholder 2"/>
          <p:cNvSpPr>
            <a:spLocks noGrp="1"/>
          </p:cNvSpPr>
          <p:nvPr>
            <p:ph type="body" sz="quarter" idx="13" hasCustomPrompt="1"/>
          </p:nvPr>
        </p:nvSpPr>
        <p:spPr>
          <a:xfrm>
            <a:off x="1775292" y="406401"/>
            <a:ext cx="9932979"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sz="2000" b="0" cap="all" baseline="0">
                <a:solidFill>
                  <a:schemeClr val="bg1"/>
                </a:solidFill>
                <a:latin typeface="SABIC Typeface Headline Light" panose="020B0303060202020204" pitchFamily="34" charset="0"/>
                <a:cs typeface="+mj-cs"/>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marL="0" marR="0" lvl="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a:pPr>
            <a:r>
              <a:rPr lang="ar-SA" dirty="0" smtClean="0"/>
              <a:t>عنوان فرعي لفاصل مرقم، حجم الخط 20خفيف</a:t>
            </a:r>
            <a:endParaRPr lang="en-US" kern="0" dirty="0" smtClean="0"/>
          </a:p>
        </p:txBody>
      </p:sp>
      <p:sp>
        <p:nvSpPr>
          <p:cNvPr id="10" name="Text Placeholder 5"/>
          <p:cNvSpPr>
            <a:spLocks noGrp="1"/>
          </p:cNvSpPr>
          <p:nvPr>
            <p:ph type="body" sz="quarter" idx="14" hasCustomPrompt="1"/>
          </p:nvPr>
        </p:nvSpPr>
        <p:spPr>
          <a:xfrm>
            <a:off x="490180" y="3211948"/>
            <a:ext cx="5869603" cy="3693319"/>
          </a:xfrm>
          <a:prstGeom prst="rect">
            <a:avLst/>
          </a:prstGeom>
        </p:spPr>
        <p:txBody>
          <a:bodyPr lIns="0" tIns="0" rIns="0" bIns="0">
            <a:noAutofit/>
          </a:bodyPr>
          <a:lstStyle>
            <a:lvl1pPr algn="l">
              <a:defRPr sz="22000" b="0">
                <a:solidFill>
                  <a:schemeClr val="bg1"/>
                </a:solidFill>
                <a:cs typeface="+mn-cs"/>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485847"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1540116"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Tree>
    <p:extLst>
      <p:ext uri="{BB962C8B-B14F-4D97-AF65-F5344CB8AC3E}">
        <p14:creationId xmlns:p14="http://schemas.microsoft.com/office/powerpoint/2010/main" val="1207622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Orange Divider">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10" name="Title 9"/>
          <p:cNvSpPr>
            <a:spLocks noGrp="1"/>
          </p:cNvSpPr>
          <p:nvPr>
            <p:ph type="title" hasCustomPrompt="1"/>
          </p:nvPr>
        </p:nvSpPr>
        <p:spPr>
          <a:xfrm>
            <a:off x="490180" y="1460401"/>
            <a:ext cx="10436060" cy="1645920"/>
          </a:xfrm>
        </p:spPr>
        <p:txBody>
          <a:bodyPr anchor="t"/>
          <a:lstStyle>
            <a:lvl1pPr>
              <a:lnSpc>
                <a:spcPct val="120000"/>
              </a:lnSpc>
              <a:defRPr sz="4400" cap="all" baseline="0">
                <a:solidFill>
                  <a:schemeClr val="bg1"/>
                </a:solidFill>
              </a:defRPr>
            </a:lvl1pPr>
          </a:lstStyle>
          <a:p>
            <a:pPr lvl="0"/>
            <a:r>
              <a:rPr lang="en-US" kern="0" dirty="0" smtClean="0"/>
              <a:t>Section divider</a:t>
            </a:r>
            <a:br>
              <a:rPr lang="en-US" kern="0" dirty="0" smtClean="0"/>
            </a:br>
            <a:r>
              <a:rPr lang="en-US" kern="0" dirty="0" smtClean="0"/>
              <a:t>Headline (44pt </a:t>
            </a:r>
            <a:r>
              <a:rPr lang="en-US" dirty="0" smtClean="0"/>
              <a:t>light</a:t>
            </a:r>
            <a:r>
              <a:rPr lang="en-US" kern="0" dirty="0" smtClean="0"/>
              <a:t>)</a:t>
            </a:r>
            <a:endParaRPr lang="en-US" dirty="0" smtClean="0"/>
          </a:p>
        </p:txBody>
      </p:sp>
      <p:sp>
        <p:nvSpPr>
          <p:cNvPr id="11" name="Text Placeholder 17"/>
          <p:cNvSpPr>
            <a:spLocks noGrp="1"/>
          </p:cNvSpPr>
          <p:nvPr>
            <p:ph type="body" sz="quarter" idx="11"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stStyle>
          <a:p>
            <a:pPr>
              <a:buFontTx/>
            </a:pPr>
            <a:r>
              <a:rPr lang="en-US" dirty="0" smtClean="0"/>
              <a:t>Section divider subtitle (20PT light)</a:t>
            </a:r>
            <a:endParaRPr lang="en-GB" kern="0" dirty="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2" name="Rectangle 9"/>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4"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19148401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Orange Divider Numbering">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79" y="1460401"/>
            <a:ext cx="10436061" cy="1645920"/>
          </a:xfrm>
        </p:spPr>
        <p:txBody>
          <a:bodyPr anchor="t"/>
          <a:lstStyle>
            <a:lvl1pPr>
              <a:lnSpc>
                <a:spcPct val="120000"/>
              </a:lnSpc>
              <a:defRPr sz="4400">
                <a:solidFill>
                  <a:schemeClr val="bg1"/>
                </a:solidFill>
              </a:defRPr>
            </a:lvl1pPr>
          </a:lstStyle>
          <a:p>
            <a:r>
              <a:rPr lang="en-US" dirty="0" smtClean="0"/>
              <a:t>Optional numbering </a:t>
            </a:r>
            <a:br>
              <a:rPr lang="en-US" dirty="0" smtClean="0"/>
            </a:br>
            <a:r>
              <a:rPr lang="en-US" dirty="0" smtClean="0"/>
              <a:t>system </a:t>
            </a:r>
            <a:r>
              <a:rPr lang="en-US" kern="0" dirty="0" smtClean="0"/>
              <a:t>(44pt </a:t>
            </a:r>
            <a:r>
              <a:rPr lang="en-US" dirty="0" smtClean="0"/>
              <a:t>light</a:t>
            </a:r>
            <a:r>
              <a:rPr lang="en-US" kern="0" dirty="0" smtClean="0"/>
              <a:t>)</a:t>
            </a:r>
            <a:endParaRPr lang="en-US" dirty="0"/>
          </a:p>
        </p:txBody>
      </p:sp>
      <p:sp>
        <p:nvSpPr>
          <p:cNvPr id="8" name="Text Placeholder 2"/>
          <p:cNvSpPr>
            <a:spLocks noGrp="1"/>
          </p:cNvSpPr>
          <p:nvPr>
            <p:ph type="body" sz="quarter" idx="13"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lvl="0"/>
            <a:r>
              <a:rPr lang="en-US" dirty="0" smtClean="0"/>
              <a:t>Section divider subtitle (20PT light)</a:t>
            </a:r>
          </a:p>
        </p:txBody>
      </p:sp>
      <p:sp>
        <p:nvSpPr>
          <p:cNvPr id="12" name="Text Placeholder 5"/>
          <p:cNvSpPr>
            <a:spLocks noGrp="1"/>
          </p:cNvSpPr>
          <p:nvPr>
            <p:ph type="body" sz="quarter" idx="14" hasCustomPrompt="1"/>
          </p:nvPr>
        </p:nvSpPr>
        <p:spPr>
          <a:xfrm>
            <a:off x="5910249" y="3211948"/>
            <a:ext cx="5823165" cy="3693319"/>
          </a:xfrm>
          <a:prstGeom prst="rect">
            <a:avLst/>
          </a:prstGeom>
        </p:spPr>
        <p:txBody>
          <a:bodyPr lIns="0" tIns="0" rIns="0" bIns="0">
            <a:noAutofit/>
          </a:bodyPr>
          <a:lstStyle>
            <a:lvl1pPr algn="r">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9" name="Rectangle 9"/>
          <p:cNvSpPr>
            <a:spLocks noChangeArrowheads="1"/>
          </p:cNvSpPr>
          <p:nvPr/>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4" name="Rectangle 13"/>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5"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14956715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Orange Divider AR">
    <p:bg>
      <p:bgPr>
        <a:gradFill flip="none" rotWithShape="1">
          <a:gsLst>
            <a:gs pos="90000">
              <a:srgbClr val="FFA300"/>
            </a:gs>
            <a:gs pos="10000">
              <a:schemeClr val="accent2"/>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1775291" y="406401"/>
            <a:ext cx="9942653" cy="577850"/>
          </a:xfrm>
          <a:prstGeom prst="rect">
            <a:avLst/>
          </a:prstGeom>
        </p:spPr>
        <p:txBody>
          <a:bodyPr lIns="0" tIns="0" rIns="0" bIns="0" anchor="b">
            <a:noAutofit/>
          </a:bodyPr>
          <a:lstStyle>
            <a:lvl1pPr algn="r" rtl="1">
              <a:lnSpc>
                <a:spcPct val="100000"/>
              </a:lnSpc>
              <a:defRPr sz="2000" b="0" cap="all" baseline="0">
                <a:solidFill>
                  <a:schemeClr val="bg1"/>
                </a:solidFill>
                <a:latin typeface="SABIC Typeface Headline Light" panose="020B0303060202020204" pitchFamily="34" charset="0"/>
                <a:cs typeface="+mj-cs"/>
              </a:defRPr>
            </a:lvl1pPr>
          </a:lstStyle>
          <a:p>
            <a:pPr>
              <a:buFontTx/>
            </a:pPr>
            <a:r>
              <a:rPr lang="ar-SA" dirty="0" smtClean="0"/>
              <a:t>عنوان فرعي للفاصل، حجم الخط 20خفيف</a:t>
            </a:r>
            <a:endParaRPr lang="en-US" kern="0" dirty="0" smtClean="0"/>
          </a:p>
        </p:txBody>
      </p:sp>
      <p:sp>
        <p:nvSpPr>
          <p:cNvPr id="14" name="Title 13"/>
          <p:cNvSpPr>
            <a:spLocks noGrp="1"/>
          </p:cNvSpPr>
          <p:nvPr>
            <p:ph type="title" hasCustomPrompt="1"/>
          </p:nvPr>
        </p:nvSpPr>
        <p:spPr>
          <a:xfrm>
            <a:off x="1267744" y="1460402"/>
            <a:ext cx="10450202" cy="1645920"/>
          </a:xfrm>
        </p:spPr>
        <p:txBody>
          <a:bodyPr anchor="t"/>
          <a:lstStyle>
            <a:lvl1pPr algn="r" rtl="1">
              <a:lnSpc>
                <a:spcPct val="120000"/>
              </a:lnSpc>
              <a:defRPr sz="4400" cap="all" baseline="0">
                <a:solidFill>
                  <a:schemeClr val="bg1"/>
                </a:solidFill>
                <a:latin typeface="SABIC Typeface Headline Light" panose="020B0303060202020204" pitchFamily="34" charset="0"/>
                <a:cs typeface="+mj-cs"/>
              </a:defRPr>
            </a:lvl1pPr>
          </a:lstStyle>
          <a:p>
            <a:pPr>
              <a:buFontTx/>
            </a:pPr>
            <a:r>
              <a:rPr lang="ar-SA" kern="0" dirty="0" smtClean="0"/>
              <a:t>عنوان رئيس للفاصل</a:t>
            </a:r>
            <a:br>
              <a:rPr lang="ar-SA" kern="0" dirty="0" smtClean="0"/>
            </a:br>
            <a:r>
              <a:rPr lang="ar-SA" kern="0" dirty="0" smtClean="0"/>
              <a:t>حجم الخط 44</a:t>
            </a:r>
            <a:r>
              <a:rPr lang="ar-SA" dirty="0" smtClean="0"/>
              <a:t>خفيف</a:t>
            </a:r>
            <a:endParaRPr lang="en-US" kern="0" dirty="0" smtClean="0"/>
          </a:p>
        </p:txBody>
      </p:sp>
      <p:sp>
        <p:nvSpPr>
          <p:cNvPr id="21" name="Text Placeholder 7"/>
          <p:cNvSpPr>
            <a:spLocks noGrp="1"/>
          </p:cNvSpPr>
          <p:nvPr>
            <p:ph type="body" sz="quarter" idx="10" hasCustomPrompt="1"/>
          </p:nvPr>
        </p:nvSpPr>
        <p:spPr>
          <a:xfrm>
            <a:off x="1549791"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485715"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Tree>
    <p:extLst>
      <p:ext uri="{BB962C8B-B14F-4D97-AF65-F5344CB8AC3E}">
        <p14:creationId xmlns:p14="http://schemas.microsoft.com/office/powerpoint/2010/main" val="28194444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Orange Divider Numbering AR">
    <p:bg>
      <p:bgPr>
        <a:gradFill flip="none" rotWithShape="1">
          <a:gsLst>
            <a:gs pos="90000">
              <a:srgbClr val="FFA300"/>
            </a:gs>
            <a:gs pos="10000">
              <a:schemeClr val="accent2"/>
            </a:gs>
          </a:gsLst>
          <a:lin ang="0" scaled="1"/>
          <a:tileRect/>
        </a:gradFill>
        <a:effectLst/>
      </p:bgPr>
    </p:bg>
    <p:spTree>
      <p:nvGrpSpPr>
        <p:cNvPr id="1" name=""/>
        <p:cNvGrpSpPr/>
        <p:nvPr/>
      </p:nvGrpSpPr>
      <p:grpSpPr>
        <a:xfrm>
          <a:off x="0" y="0"/>
          <a:ext cx="0" cy="0"/>
          <a:chOff x="0" y="0"/>
          <a:chExt cx="0" cy="0"/>
        </a:xfrm>
      </p:grpSpPr>
      <p:sp>
        <p:nvSpPr>
          <p:cNvPr id="9" name="Text Placeholder 2"/>
          <p:cNvSpPr>
            <a:spLocks noGrp="1"/>
          </p:cNvSpPr>
          <p:nvPr>
            <p:ph type="body" sz="quarter" idx="13" hasCustomPrompt="1"/>
          </p:nvPr>
        </p:nvSpPr>
        <p:spPr>
          <a:xfrm>
            <a:off x="1765617" y="406401"/>
            <a:ext cx="9942654"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sz="2000" b="0" cap="all" baseline="0">
                <a:solidFill>
                  <a:schemeClr val="bg1"/>
                </a:solidFill>
                <a:latin typeface="SABIC Typeface Headline Light" panose="020B0303060202020204" pitchFamily="34" charset="0"/>
                <a:cs typeface="+mj-cs"/>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marL="0" marR="0" lvl="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a:pPr>
            <a:r>
              <a:rPr lang="ar-SA" dirty="0" smtClean="0"/>
              <a:t>عنوان فرعي لفاصل مرقم، حجم الخط 20خفيف</a:t>
            </a:r>
            <a:endParaRPr lang="en-US" kern="0" dirty="0" smtClean="0"/>
          </a:p>
        </p:txBody>
      </p:sp>
      <p:sp>
        <p:nvSpPr>
          <p:cNvPr id="10" name="Text Placeholder 5"/>
          <p:cNvSpPr>
            <a:spLocks noGrp="1"/>
          </p:cNvSpPr>
          <p:nvPr>
            <p:ph type="body" sz="quarter" idx="14" hasCustomPrompt="1"/>
          </p:nvPr>
        </p:nvSpPr>
        <p:spPr>
          <a:xfrm>
            <a:off x="490180" y="3211948"/>
            <a:ext cx="5869603" cy="3693319"/>
          </a:xfrm>
          <a:prstGeom prst="rect">
            <a:avLst/>
          </a:prstGeom>
        </p:spPr>
        <p:txBody>
          <a:bodyPr lIns="0" tIns="0" rIns="0" bIns="0">
            <a:noAutofit/>
          </a:bodyPr>
          <a:lstStyle>
            <a:lvl1pPr algn="l">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485847"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2"/>
                </a:solidFill>
                <a:latin typeface="+mn-lt"/>
              </a:rPr>
              <a:pPr algn="l" eaLnBrk="0" hangingPunct="0">
                <a:buFontTx/>
                <a:buNone/>
              </a:pPr>
              <a:t>‹#›</a:t>
            </a:fld>
            <a:endParaRPr lang="en-GB" sz="900" dirty="0">
              <a:solidFill>
                <a:schemeClr val="bg2"/>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1540116"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2" name="Title 1"/>
          <p:cNvSpPr>
            <a:spLocks noGrp="1"/>
          </p:cNvSpPr>
          <p:nvPr>
            <p:ph type="title" hasCustomPrompt="1"/>
          </p:nvPr>
        </p:nvSpPr>
        <p:spPr>
          <a:xfrm>
            <a:off x="1267876" y="1460401"/>
            <a:ext cx="10455975" cy="1645919"/>
          </a:xfrm>
        </p:spPr>
        <p:txBody>
          <a:bodyPr anchor="t"/>
          <a:lstStyle>
            <a:lvl1pPr algn="r" rtl="1">
              <a:lnSpc>
                <a:spcPct val="120000"/>
              </a:lnSpc>
              <a:defRPr sz="4400">
                <a:solidFill>
                  <a:schemeClr val="bg1"/>
                </a:solidFill>
                <a:cs typeface="+mj-cs"/>
              </a:defRPr>
            </a:lvl1pPr>
          </a:lstStyle>
          <a:p>
            <a:r>
              <a:rPr lang="ar-SA" dirty="0" smtClean="0"/>
              <a:t>عنوان رئيس لفاصل مرقم</a:t>
            </a:r>
            <a:br>
              <a:rPr lang="ar-SA" dirty="0" smtClean="0"/>
            </a:br>
            <a:r>
              <a:rPr lang="ar-SA" dirty="0" smtClean="0"/>
              <a:t>حجم الخط 44خفيف</a:t>
            </a:r>
            <a:endParaRPr lang="en-US" dirty="0"/>
          </a:p>
        </p:txBody>
      </p:sp>
    </p:spTree>
    <p:extLst>
      <p:ext uri="{BB962C8B-B14F-4D97-AF65-F5344CB8AC3E}">
        <p14:creationId xmlns:p14="http://schemas.microsoft.com/office/powerpoint/2010/main" val="1921273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flip="none" rotWithShape="1">
          <a:gsLst>
            <a:gs pos="10000">
              <a:srgbClr val="939598"/>
            </a:gs>
            <a:gs pos="90000">
              <a:schemeClr val="accent6">
                <a:lumMod val="40000"/>
                <a:lumOff val="60000"/>
              </a:schemeClr>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79" y="1460401"/>
            <a:ext cx="10436061" cy="1645920"/>
          </a:xfrm>
        </p:spPr>
        <p:txBody>
          <a:bodyPr anchor="t"/>
          <a:lstStyle>
            <a:lvl1pPr>
              <a:lnSpc>
                <a:spcPct val="120000"/>
              </a:lnSpc>
              <a:defRPr sz="4400">
                <a:solidFill>
                  <a:schemeClr val="bg1"/>
                </a:solidFill>
              </a:defRPr>
            </a:lvl1pPr>
          </a:lstStyle>
          <a:p>
            <a:r>
              <a:rPr lang="en-US" kern="0" dirty="0" smtClean="0"/>
              <a:t>gray dividers for</a:t>
            </a:r>
            <a:br>
              <a:rPr lang="en-US" kern="0" dirty="0" smtClean="0"/>
            </a:br>
            <a:r>
              <a:rPr lang="en-US" kern="0" dirty="0" smtClean="0"/>
              <a:t>appendix only (44pt </a:t>
            </a:r>
            <a:r>
              <a:rPr lang="en-US" dirty="0" smtClean="0"/>
              <a:t>light</a:t>
            </a:r>
            <a:r>
              <a:rPr lang="en-US" kern="0" dirty="0" smtClean="0"/>
              <a:t>)</a:t>
            </a:r>
            <a:endParaRPr lang="en-US" dirty="0"/>
          </a:p>
        </p:txBody>
      </p:sp>
      <p:sp>
        <p:nvSpPr>
          <p:cNvPr id="11" name="Text Placeholder 17"/>
          <p:cNvSpPr>
            <a:spLocks noGrp="1"/>
          </p:cNvSpPr>
          <p:nvPr>
            <p:ph type="body" sz="quarter" idx="11"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stStyle>
          <a:p>
            <a:pPr>
              <a:buFontTx/>
            </a:pPr>
            <a:r>
              <a:rPr lang="en-US" dirty="0" smtClean="0"/>
              <a:t>Appendix divider subtitle (20PT light)</a:t>
            </a:r>
            <a:endParaRPr lang="en-GB" kern="0" dirty="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0" name="Rectangle 9"/>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4" name="Rectangle 13"/>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3"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1737186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Appendix Divider AR">
    <p:bg>
      <p:bgPr>
        <a:gradFill flip="none" rotWithShape="1">
          <a:gsLst>
            <a:gs pos="90000">
              <a:srgbClr val="939598"/>
            </a:gs>
            <a:gs pos="10000">
              <a:schemeClr val="accent6">
                <a:lumMod val="40000"/>
                <a:lumOff val="60000"/>
              </a:schemeClr>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68379" y="1460401"/>
            <a:ext cx="10455471" cy="1645920"/>
          </a:xfrm>
        </p:spPr>
        <p:txBody>
          <a:bodyPr anchor="t"/>
          <a:lstStyle>
            <a:lvl1pPr algn="r" rtl="1">
              <a:lnSpc>
                <a:spcPct val="120000"/>
              </a:lnSpc>
              <a:defRPr sz="4400">
                <a:solidFill>
                  <a:schemeClr val="bg1"/>
                </a:solidFill>
                <a:cs typeface="+mj-cs"/>
              </a:defRPr>
            </a:lvl1pPr>
          </a:lstStyle>
          <a:p>
            <a:r>
              <a:rPr lang="ar-SA" kern="0" dirty="0" smtClean="0"/>
              <a:t>فاصل رمادي للملحق فقط</a:t>
            </a:r>
            <a:br>
              <a:rPr lang="ar-SA" kern="0" dirty="0" smtClean="0"/>
            </a:br>
            <a:r>
              <a:rPr lang="ar-SA" dirty="0" smtClean="0"/>
              <a:t>حجم الخط 44خفيف</a:t>
            </a:r>
            <a:endParaRPr lang="en-US" dirty="0"/>
          </a:p>
        </p:txBody>
      </p:sp>
      <p:sp>
        <p:nvSpPr>
          <p:cNvPr id="11" name="Text Placeholder 17"/>
          <p:cNvSpPr>
            <a:spLocks noGrp="1"/>
          </p:cNvSpPr>
          <p:nvPr>
            <p:ph type="body" sz="quarter" idx="11" hasCustomPrompt="1"/>
          </p:nvPr>
        </p:nvSpPr>
        <p:spPr>
          <a:xfrm>
            <a:off x="1775291" y="406401"/>
            <a:ext cx="9939539"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Tx/>
              <a:buNone/>
              <a:tabLst/>
              <a:defRPr sz="2000" b="0" cap="all" baseline="0">
                <a:solidFill>
                  <a:schemeClr val="bg1"/>
                </a:solidFill>
                <a:latin typeface="SABIC Typeface Headline Light" panose="020B0303060202020204" pitchFamily="34" charset="0"/>
                <a:cs typeface="+mj-cs"/>
              </a:defRPr>
            </a:lvl1pPr>
          </a:lstStyle>
          <a:p>
            <a:pPr marL="0" marR="0" lvl="0" indent="0" algn="r" defTabSz="914400" rtl="1" eaLnBrk="1" fontAlgn="base" latinLnBrk="0" hangingPunct="1">
              <a:lnSpc>
                <a:spcPct val="100000"/>
              </a:lnSpc>
              <a:spcBef>
                <a:spcPts val="0"/>
              </a:spcBef>
              <a:spcAft>
                <a:spcPct val="0"/>
              </a:spcAft>
              <a:buClr>
                <a:schemeClr val="tx1"/>
              </a:buClr>
              <a:buSzTx/>
              <a:buFontTx/>
              <a:buNone/>
              <a:tabLst/>
              <a:defRPr/>
            </a:pPr>
            <a:r>
              <a:rPr lang="ar-SA" dirty="0" smtClean="0"/>
              <a:t>عنوان فرعي لفاصل الملحق، حجم الخط 20خفيف</a:t>
            </a:r>
            <a:endParaRPr lang="en-US" kern="0"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0" name="Rectangle 9"/>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4" name="Rectangle 13"/>
          <p:cNvSpPr>
            <a:spLocks noChangeArrowheads="1"/>
          </p:cNvSpPr>
          <p:nvPr userDrawn="1"/>
        </p:nvSpPr>
        <p:spPr bwMode="invGray">
          <a:xfrm>
            <a:off x="486350"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13" name="Text Placeholder 7"/>
          <p:cNvSpPr>
            <a:spLocks noGrp="1"/>
          </p:cNvSpPr>
          <p:nvPr>
            <p:ph type="body" sz="quarter" idx="10" hasCustomPrompt="1"/>
          </p:nvPr>
        </p:nvSpPr>
        <p:spPr>
          <a:xfrm>
            <a:off x="1555697"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Tree>
    <p:extLst>
      <p:ext uri="{BB962C8B-B14F-4D97-AF65-F5344CB8AC3E}">
        <p14:creationId xmlns:p14="http://schemas.microsoft.com/office/powerpoint/2010/main" val="741101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85747" y="1281018"/>
            <a:ext cx="11194840" cy="5026452"/>
          </a:xfrm>
          <a:prstGeom prst="rect">
            <a:avLst/>
          </a:prstGeom>
        </p:spPr>
        <p:txBody>
          <a:bodyPr/>
          <a:lstStyle>
            <a:lvl1pPr>
              <a:lnSpc>
                <a:spcPct val="120000"/>
              </a:lnSpc>
              <a:spcBef>
                <a:spcPts val="0"/>
              </a:spcBef>
              <a:defRPr sz="1600" b="0">
                <a:solidFill>
                  <a:schemeClr val="tx1"/>
                </a:solidFill>
              </a:defRPr>
            </a:lvl1pPr>
            <a:lvl2pPr>
              <a:lnSpc>
                <a:spcPct val="120000"/>
              </a:lnSpc>
              <a:spcBef>
                <a:spcPts val="0"/>
              </a:spcBef>
              <a:defRPr sz="1600">
                <a:solidFill>
                  <a:schemeClr val="tx1"/>
                </a:solidFill>
              </a:defRPr>
            </a:lvl2pPr>
            <a:lvl3pPr marL="548640" indent="-274320">
              <a:lnSpc>
                <a:spcPct val="120000"/>
              </a:lnSpc>
              <a:spcBef>
                <a:spcPts val="0"/>
              </a:spcBef>
              <a:defRPr sz="1600">
                <a:solidFill>
                  <a:schemeClr val="tx1"/>
                </a:solidFill>
              </a:defRPr>
            </a:lvl3pPr>
            <a:lvl4pPr marL="822960" indent="-274320">
              <a:lnSpc>
                <a:spcPct val="120000"/>
              </a:lnSpc>
              <a:spcBef>
                <a:spcPts val="0"/>
              </a:spcBef>
              <a:defRPr sz="1600">
                <a:solidFill>
                  <a:schemeClr val="tx1"/>
                </a:solidFill>
              </a:defRPr>
            </a:lvl4pPr>
            <a:lvl5pPr indent="-274320">
              <a:lnSpc>
                <a:spcPct val="120000"/>
              </a:lnSpc>
              <a:spcBef>
                <a:spcPts val="0"/>
              </a:spcBef>
              <a:defRPr sz="16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5"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light)</a:t>
            </a:r>
          </a:p>
        </p:txBody>
      </p:sp>
      <p:sp>
        <p:nvSpPr>
          <p:cNvPr id="6" name="Text Placeholder 7"/>
          <p:cNvSpPr>
            <a:spLocks noGrp="1"/>
          </p:cNvSpPr>
          <p:nvPr>
            <p:ph type="body" sz="quarter" idx="13" hasCustomPrompt="1"/>
          </p:nvPr>
        </p:nvSpPr>
        <p:spPr>
          <a:xfrm>
            <a:off x="7860645" y="6522335"/>
            <a:ext cx="3276179" cy="130805"/>
          </a:xfrm>
          <a:prstGeom prst="rect">
            <a:avLst/>
          </a:prstGeom>
        </p:spPr>
        <p:txBody>
          <a:bodyPr wrap="square">
            <a:noAutofit/>
          </a:bodyPr>
          <a:lstStyle>
            <a:lvl1pPr algn="r">
              <a:defRPr sz="850" b="0" cap="all" baseline="0">
                <a:solidFill>
                  <a:schemeClr val="accent4"/>
                </a:solidFill>
              </a:defRPr>
            </a:lvl1pPr>
          </a:lstStyle>
          <a:p>
            <a:pPr lvl="0"/>
            <a:r>
              <a:rPr lang="en-US" dirty="0" smtClean="0"/>
              <a:t>Confidential marks all caps (8.5pt light)</a:t>
            </a:r>
          </a:p>
        </p:txBody>
      </p:sp>
      <p:sp>
        <p:nvSpPr>
          <p:cNvPr id="2" name="Title 1"/>
          <p:cNvSpPr>
            <a:spLocks noGrp="1"/>
          </p:cNvSpPr>
          <p:nvPr>
            <p:ph type="title" hasCustomPrompt="1"/>
          </p:nvPr>
        </p:nvSpPr>
        <p:spPr/>
        <p:txBody>
          <a:bodyPr/>
          <a:lstStyle/>
          <a:p>
            <a:r>
              <a:rPr lang="en-US" dirty="0" smtClean="0">
                <a:solidFill>
                  <a:schemeClr val="tx2"/>
                </a:solidFill>
              </a:rPr>
              <a:t>Headline in caps (20pt light)</a:t>
            </a:r>
            <a:endParaRPr lang="en-US" dirty="0"/>
          </a:p>
        </p:txBody>
      </p:sp>
    </p:spTree>
    <p:extLst>
      <p:ext uri="{BB962C8B-B14F-4D97-AF65-F5344CB8AC3E}">
        <p14:creationId xmlns:p14="http://schemas.microsoft.com/office/powerpoint/2010/main" val="4161324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AR">
    <p:spTree>
      <p:nvGrpSpPr>
        <p:cNvPr id="1" name=""/>
        <p:cNvGrpSpPr/>
        <p:nvPr/>
      </p:nvGrpSpPr>
      <p:grpSpPr>
        <a:xfrm>
          <a:off x="0" y="0"/>
          <a:ext cx="0" cy="0"/>
          <a:chOff x="0" y="0"/>
          <a:chExt cx="0" cy="0"/>
        </a:xfrm>
      </p:grpSpPr>
      <p:sp>
        <p:nvSpPr>
          <p:cNvPr id="2" name="Rectangle 1"/>
          <p:cNvSpPr/>
          <p:nvPr userDrawn="1"/>
        </p:nvSpPr>
        <p:spPr bwMode="auto">
          <a:xfrm>
            <a:off x="11018431" y="6522335"/>
            <a:ext cx="743009" cy="143579"/>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3" tIns="91413" rIns="91413" bIns="91413" numCol="1" rtlCol="0" anchor="ctr" anchorCtr="0" compatLnSpc="1">
            <a:prstTxWarp prst="textNoShape">
              <a:avLst/>
            </a:prstTxWarp>
          </a:bodyPr>
          <a:lstStyle/>
          <a:p>
            <a:pPr marL="0" marR="0" indent="0" algn="ctr" defTabSz="1160922" rtl="0" eaLnBrk="1" fontAlgn="base" latinLnBrk="0" hangingPunct="1">
              <a:lnSpc>
                <a:spcPct val="100000"/>
              </a:lnSpc>
              <a:spcBef>
                <a:spcPct val="0"/>
              </a:spcBef>
              <a:spcAft>
                <a:spcPct val="0"/>
              </a:spcAft>
              <a:buClrTx/>
              <a:buSzTx/>
              <a:buFont typeface="Wingdings" pitchFamily="2" charset="2"/>
              <a:buNone/>
              <a:tabLst/>
            </a:pPr>
            <a:endParaRPr kumimoji="0" lang="en-US" sz="2031" b="0" i="0" u="none" strike="noStrike" cap="none" normalizeH="0" baseline="0" dirty="0" smtClean="0">
              <a:ln>
                <a:noFill/>
              </a:ln>
              <a:solidFill>
                <a:schemeClr val="tx1"/>
              </a:solidFill>
              <a:effectLst/>
              <a:latin typeface="Arial" pitchFamily="34" charset="0"/>
            </a:endParaRPr>
          </a:p>
        </p:txBody>
      </p:sp>
      <p:sp>
        <p:nvSpPr>
          <p:cNvPr id="3" name="Content Placeholder 2"/>
          <p:cNvSpPr>
            <a:spLocks noGrp="1"/>
          </p:cNvSpPr>
          <p:nvPr>
            <p:ph idx="1" hasCustomPrompt="1"/>
          </p:nvPr>
        </p:nvSpPr>
        <p:spPr>
          <a:xfrm>
            <a:off x="485747" y="1281018"/>
            <a:ext cx="11194840" cy="5026452"/>
          </a:xfrm>
          <a:prstGeom prst="rect">
            <a:avLst/>
          </a:prstGeom>
        </p:spPr>
        <p:txBody>
          <a:bodyPr/>
          <a:lstStyle>
            <a:lvl1pPr marL="0" indent="0" algn="r" rtl="1">
              <a:lnSpc>
                <a:spcPct val="120000"/>
              </a:lnSpc>
              <a:spcBef>
                <a:spcPts val="0"/>
              </a:spcBef>
              <a:buFont typeface="Arial" panose="020B0604020202020204" pitchFamily="34" charset="0"/>
              <a:buNone/>
              <a:defRPr lang="en-US" dirty="0" smtClean="0">
                <a:latin typeface="SABIC Typeface Text Light" panose="020B0303060202020204" pitchFamily="34" charset="0"/>
                <a:cs typeface="+mn-cs"/>
              </a:defRPr>
            </a:lvl1pPr>
            <a:lvl2pPr marL="348277" indent="-348277" algn="r" rtl="1">
              <a:lnSpc>
                <a:spcPct val="120000"/>
              </a:lnSpc>
              <a:spcBef>
                <a:spcPts val="0"/>
              </a:spcBef>
              <a:buFont typeface="Arial" panose="020B0604020202020204" pitchFamily="34" charset="0"/>
              <a:buChar char="•"/>
              <a:defRPr lang="ar-SA" dirty="0" smtClean="0"/>
            </a:lvl2pPr>
            <a:lvl3pPr marL="457517" marR="0" indent="0" algn="r" defTabSz="1160922" rtl="1" eaLnBrk="1" fontAlgn="base" latinLnBrk="0" hangingPunct="1">
              <a:lnSpc>
                <a:spcPct val="120000"/>
              </a:lnSpc>
              <a:spcBef>
                <a:spcPts val="0"/>
              </a:spcBef>
              <a:spcAft>
                <a:spcPct val="0"/>
              </a:spcAft>
              <a:buClr>
                <a:schemeClr val="tx1"/>
              </a:buClr>
              <a:buSzTx/>
              <a:buFontTx/>
              <a:buNone/>
              <a:tabLst/>
              <a:defRPr lang="en-US" dirty="0" smtClean="0"/>
            </a:lvl3pPr>
            <a:lvl4pPr marL="792087" marR="0" indent="0" algn="r" defTabSz="1160922" rtl="1" eaLnBrk="1" fontAlgn="base" latinLnBrk="0" hangingPunct="1">
              <a:lnSpc>
                <a:spcPct val="120000"/>
              </a:lnSpc>
              <a:spcBef>
                <a:spcPts val="0"/>
              </a:spcBef>
              <a:spcAft>
                <a:spcPct val="0"/>
              </a:spcAft>
              <a:buClr>
                <a:schemeClr val="tx1"/>
              </a:buClr>
              <a:buSzTx/>
              <a:buFontTx/>
              <a:buNone/>
              <a:tabLst/>
              <a:defRPr lang="en-US" dirty="0" smtClean="0"/>
            </a:lvl4pPr>
            <a:lvl5pPr marL="1152860" marR="0" indent="0" algn="r" defTabSz="1160922" rtl="1" eaLnBrk="1" fontAlgn="base" latinLnBrk="0" hangingPunct="1">
              <a:lnSpc>
                <a:spcPct val="120000"/>
              </a:lnSpc>
              <a:spcBef>
                <a:spcPts val="0"/>
              </a:spcBef>
              <a:spcAft>
                <a:spcPct val="0"/>
              </a:spcAft>
              <a:buClr>
                <a:schemeClr val="tx1"/>
              </a:buClr>
              <a:buSzTx/>
              <a:buFontTx/>
              <a:buNone/>
              <a:tabLst/>
              <a:defRPr lang="en-GB" dirty="0"/>
            </a:lvl5pPr>
          </a:lstStyle>
          <a:p>
            <a:pPr lvl="0"/>
            <a:r>
              <a:rPr lang="ar-SA" dirty="0" smtClean="0"/>
              <a:t>أنقر لإضافة نص هنا</a:t>
            </a:r>
          </a:p>
        </p:txBody>
      </p:sp>
      <p:sp>
        <p:nvSpPr>
          <p:cNvPr id="5" name="Text Placeholder 7"/>
          <p:cNvSpPr>
            <a:spLocks noGrp="1"/>
          </p:cNvSpPr>
          <p:nvPr>
            <p:ph type="body" sz="quarter" idx="12" hasCustomPrompt="1"/>
          </p:nvPr>
        </p:nvSpPr>
        <p:spPr>
          <a:xfrm>
            <a:off x="4402996" y="6522335"/>
            <a:ext cx="7277590" cy="130805"/>
          </a:xfrm>
          <a:prstGeom prst="rect">
            <a:avLst/>
          </a:prstGeom>
        </p:spPr>
        <p:txBody>
          <a:bodyPr wrap="square">
            <a:noAutofit/>
          </a:bodyPr>
          <a:lstStyle>
            <a:lvl1pPr marL="0" marR="0" indent="0" algn="r" defTabSz="914400" rtl="1" eaLnBrk="1" fontAlgn="base" latinLnBrk="0" hangingPunct="1">
              <a:lnSpc>
                <a:spcPct val="120000"/>
              </a:lnSpc>
              <a:spcBef>
                <a:spcPts val="0"/>
              </a:spcBef>
              <a:spcAft>
                <a:spcPct val="0"/>
              </a:spcAft>
              <a:buClr>
                <a:schemeClr val="tx1"/>
              </a:buClr>
              <a:buSzTx/>
              <a:buFont typeface="Arial" pitchFamily="34" charset="0"/>
              <a:buNone/>
              <a:tabLst/>
              <a:defRPr sz="850" b="0" cap="none" baseline="0">
                <a:latin typeface="SABIC Typeface Text Light" panose="020B0303060202020204" pitchFamily="34" charset="0"/>
                <a:cs typeface="+mn-cs"/>
              </a:defRPr>
            </a:lvl1pPr>
          </a:lstStyle>
          <a:p>
            <a:pPr marL="0" marR="0" lvl="0" indent="0" algn="r" defTabSz="914400" rtl="1" eaLnBrk="1" fontAlgn="base" latinLnBrk="0" hangingPunct="1">
              <a:lnSpc>
                <a:spcPct val="120000"/>
              </a:lnSpc>
              <a:spcBef>
                <a:spcPts val="0"/>
              </a:spcBef>
              <a:spcAft>
                <a:spcPct val="0"/>
              </a:spcAft>
              <a:buClr>
                <a:schemeClr val="tx1"/>
              </a:buClr>
              <a:buSzTx/>
              <a:buFont typeface="Arial" pitchFamily="34" charset="0"/>
              <a:buNone/>
              <a:tabLst/>
              <a:defRPr/>
            </a:pPr>
            <a:r>
              <a:rPr lang="ar-SA" dirty="0" smtClean="0"/>
              <a:t>هامش: مصدر المعلومات، الملاحظات، توضيح حقوق العلامة التجارية، حجم الخط 8.5خفيف</a:t>
            </a:r>
            <a:endParaRPr lang="en-US" dirty="0" smtClean="0"/>
          </a:p>
        </p:txBody>
      </p:sp>
      <p:sp>
        <p:nvSpPr>
          <p:cNvPr id="6" name="Rectangle 9"/>
          <p:cNvSpPr>
            <a:spLocks noChangeArrowheads="1"/>
          </p:cNvSpPr>
          <p:nvPr userDrawn="1"/>
        </p:nvSpPr>
        <p:spPr bwMode="invGray">
          <a:xfrm>
            <a:off x="485746" y="6531260"/>
            <a:ext cx="782029" cy="130805"/>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850" smtClean="0">
                <a:solidFill>
                  <a:schemeClr val="tx1"/>
                </a:solidFill>
                <a:latin typeface="+mn-lt"/>
                <a:cs typeface="+mn-cs"/>
              </a:rPr>
              <a:pPr algn="l" eaLnBrk="0" hangingPunct="0">
                <a:buFontTx/>
                <a:buNone/>
              </a:pPr>
              <a:t>‹#›</a:t>
            </a:fld>
            <a:endParaRPr lang="en-GB" sz="850" dirty="0">
              <a:solidFill>
                <a:schemeClr val="tx1"/>
              </a:solidFill>
              <a:latin typeface="+mn-lt"/>
              <a:cs typeface="+mn-cs"/>
            </a:endParaRPr>
          </a:p>
        </p:txBody>
      </p:sp>
      <p:sp>
        <p:nvSpPr>
          <p:cNvPr id="7" name="Text Placeholder 7"/>
          <p:cNvSpPr>
            <a:spLocks noGrp="1"/>
          </p:cNvSpPr>
          <p:nvPr>
            <p:ph type="body" sz="quarter" idx="13" hasCustomPrompt="1"/>
          </p:nvPr>
        </p:nvSpPr>
        <p:spPr>
          <a:xfrm>
            <a:off x="1028295" y="6522335"/>
            <a:ext cx="3276179" cy="130805"/>
          </a:xfrm>
          <a:prstGeom prst="rect">
            <a:avLst/>
          </a:prstGeom>
        </p:spPr>
        <p:txBody>
          <a:bodyPr wrap="square">
            <a:noAutofit/>
          </a:bodyPr>
          <a:lstStyle>
            <a:lvl1pPr marL="0" marR="0" indent="0" algn="l" defTabSz="914400" rtl="1" eaLnBrk="1" fontAlgn="base" latinLnBrk="0" hangingPunct="1">
              <a:lnSpc>
                <a:spcPct val="120000"/>
              </a:lnSpc>
              <a:spcBef>
                <a:spcPts val="0"/>
              </a:spcBef>
              <a:spcAft>
                <a:spcPct val="0"/>
              </a:spcAft>
              <a:buClr>
                <a:schemeClr val="tx1"/>
              </a:buClr>
              <a:buSzTx/>
              <a:buFont typeface="Arial" pitchFamily="34" charset="0"/>
              <a:buNone/>
              <a:tabLst/>
              <a:defRPr sz="850" b="0" cap="all" baseline="0">
                <a:solidFill>
                  <a:schemeClr val="accent4"/>
                </a:solidFill>
                <a:latin typeface="SABIC Typeface Text Light" panose="020B0303060202020204" pitchFamily="34" charset="0"/>
                <a:cs typeface="+mn-cs"/>
              </a:defRPr>
            </a:lvl1pPr>
          </a:lstStyle>
          <a:p>
            <a:pPr marL="0" marR="0" lvl="0" indent="0" algn="l" defTabSz="914400" rtl="1" eaLnBrk="1" fontAlgn="base" latinLnBrk="0" hangingPunct="1">
              <a:lnSpc>
                <a:spcPct val="120000"/>
              </a:lnSpc>
              <a:spcBef>
                <a:spcPts val="0"/>
              </a:spcBef>
              <a:spcAft>
                <a:spcPct val="0"/>
              </a:spcAft>
              <a:buClr>
                <a:schemeClr val="tx1"/>
              </a:buClr>
              <a:buSzTx/>
              <a:buFont typeface="Arial" pitchFamily="34" charset="0"/>
              <a:buNone/>
              <a:tabLst/>
              <a:defRPr/>
            </a:pPr>
            <a:r>
              <a:rPr lang="ar-SA" dirty="0" smtClean="0"/>
              <a:t>تعليمات السرّية، حجم الخط 8.5خفيف</a:t>
            </a:r>
            <a:endParaRPr lang="en-US" dirty="0" smtClean="0"/>
          </a:p>
        </p:txBody>
      </p:sp>
      <p:sp>
        <p:nvSpPr>
          <p:cNvPr id="4" name="Title 3"/>
          <p:cNvSpPr>
            <a:spLocks noGrp="1"/>
          </p:cNvSpPr>
          <p:nvPr>
            <p:ph type="title" hasCustomPrompt="1"/>
          </p:nvPr>
        </p:nvSpPr>
        <p:spPr/>
        <p:txBody>
          <a:bodyPr/>
          <a:lstStyle>
            <a:lvl1pPr algn="r" rtl="1">
              <a:defRPr/>
            </a:lvl1pPr>
          </a:lstStyle>
          <a:p>
            <a:r>
              <a:rPr lang="ar-SA" dirty="0" smtClean="0"/>
              <a:t>العنوان الرئيسي، حجم الخط 20خفيف</a:t>
            </a:r>
            <a:endParaRPr lang="en-US" dirty="0"/>
          </a:p>
        </p:txBody>
      </p:sp>
    </p:spTree>
    <p:extLst>
      <p:ext uri="{BB962C8B-B14F-4D97-AF65-F5344CB8AC3E}">
        <p14:creationId xmlns:p14="http://schemas.microsoft.com/office/powerpoint/2010/main" val="12041831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5748" y="406400"/>
            <a:ext cx="9939119" cy="577850"/>
          </a:xfrm>
        </p:spPr>
        <p:txBody>
          <a:bodyPr/>
          <a:lstStyle>
            <a:lvl1pPr>
              <a:defRPr>
                <a:solidFill>
                  <a:schemeClr val="tx1"/>
                </a:solidFill>
              </a:defRPr>
            </a:lvl1pPr>
          </a:lstStyle>
          <a:p>
            <a:r>
              <a:rPr lang="en-US" dirty="0" smtClean="0"/>
              <a:t>CLICK TO EDIT MASTER TITLE STYLE</a:t>
            </a:r>
            <a:endParaRPr lang="en-GB" dirty="0"/>
          </a:p>
        </p:txBody>
      </p:sp>
      <p:sp>
        <p:nvSpPr>
          <p:cNvPr id="3" name="Content Placeholder 2"/>
          <p:cNvSpPr>
            <a:spLocks noGrp="1"/>
          </p:cNvSpPr>
          <p:nvPr>
            <p:ph sz="half" idx="1"/>
          </p:nvPr>
        </p:nvSpPr>
        <p:spPr>
          <a:xfrm>
            <a:off x="485746" y="1876425"/>
            <a:ext cx="5518742" cy="3609976"/>
          </a:xfrm>
          <a:prstGeom prst="rect">
            <a:avLst/>
          </a:prstGeom>
        </p:spPr>
        <p:txBody>
          <a:bodyPr/>
          <a:lstStyle>
            <a:lvl1pPr>
              <a:defRPr sz="1600" b="0">
                <a:solidFill>
                  <a:schemeClr val="tx1"/>
                </a:solidFill>
                <a:latin typeface="+mn-lt"/>
              </a:defRPr>
            </a:lvl1pPr>
            <a:lvl2pPr>
              <a:defRPr sz="1600" b="0">
                <a:solidFill>
                  <a:schemeClr val="tx1"/>
                </a:solidFill>
                <a:latin typeface="+mn-lt"/>
              </a:defRPr>
            </a:lvl2pPr>
            <a:lvl3pPr>
              <a:defRPr sz="1600" b="0">
                <a:solidFill>
                  <a:schemeClr val="tx1"/>
                </a:solidFill>
                <a:latin typeface="+mn-lt"/>
              </a:defRPr>
            </a:lvl3pPr>
            <a:lvl4pPr>
              <a:defRPr sz="1600" b="0">
                <a:solidFill>
                  <a:schemeClr val="tx1"/>
                </a:solidFill>
                <a:latin typeface="+mn-lt"/>
              </a:defRPr>
            </a:lvl4pPr>
            <a:lvl5pPr>
              <a:defRPr sz="1600" b="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6183481" y="1876425"/>
            <a:ext cx="5518742" cy="3609976"/>
          </a:xfrm>
          <a:prstGeom prst="rect">
            <a:avLst/>
          </a:prstGeom>
        </p:spPr>
        <p:txBody>
          <a:bodyPr/>
          <a:lstStyle>
            <a:lvl1pPr>
              <a:defRPr sz="1600" b="0">
                <a:solidFill>
                  <a:schemeClr val="tx1"/>
                </a:solidFill>
                <a:latin typeface="+mn-lt"/>
              </a:defRPr>
            </a:lvl1pPr>
            <a:lvl2pPr>
              <a:defRPr sz="1600" b="0">
                <a:solidFill>
                  <a:schemeClr val="tx1"/>
                </a:solidFill>
                <a:latin typeface="+mn-lt"/>
              </a:defRPr>
            </a:lvl2pPr>
            <a:lvl3pPr>
              <a:defRPr sz="1600" b="0">
                <a:solidFill>
                  <a:schemeClr val="tx1"/>
                </a:solidFill>
                <a:latin typeface="+mn-lt"/>
              </a:defRPr>
            </a:lvl3pPr>
            <a:lvl4pPr>
              <a:defRPr sz="1600" b="0">
                <a:solidFill>
                  <a:schemeClr val="tx1"/>
                </a:solidFill>
                <a:latin typeface="+mn-lt"/>
              </a:defRPr>
            </a:lvl4pPr>
            <a:lvl5pPr>
              <a:defRPr sz="1600" b="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2"/>
          <p:cNvSpPr>
            <a:spLocks noGrp="1"/>
          </p:cNvSpPr>
          <p:nvPr>
            <p:ph sz="half" idx="10"/>
          </p:nvPr>
        </p:nvSpPr>
        <p:spPr>
          <a:xfrm>
            <a:off x="485746" y="1447803"/>
            <a:ext cx="5518742" cy="246349"/>
          </a:xfrm>
          <a:prstGeom prst="rect">
            <a:avLst/>
          </a:prstGeo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6" name="Content Placeholder 3"/>
          <p:cNvSpPr>
            <a:spLocks noGrp="1"/>
          </p:cNvSpPr>
          <p:nvPr>
            <p:ph sz="half" idx="11"/>
          </p:nvPr>
        </p:nvSpPr>
        <p:spPr>
          <a:xfrm>
            <a:off x="6183481" y="1447803"/>
            <a:ext cx="5518742" cy="246349"/>
          </a:xfrm>
          <a:prstGeom prst="rect">
            <a:avLst/>
          </a:prstGeo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2859703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2039113"/>
            <a:ext cx="3592326" cy="430295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4306083" y="2039113"/>
            <a:ext cx="3592329" cy="430295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8121990" y="2039113"/>
            <a:ext cx="3592328" cy="430295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2"/>
          <p:cNvSpPr>
            <a:spLocks noGrp="1"/>
          </p:cNvSpPr>
          <p:nvPr>
            <p:ph sz="half" idx="11"/>
          </p:nvPr>
        </p:nvSpPr>
        <p:spPr>
          <a:xfrm>
            <a:off x="490181"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7" name="Content Placeholder 2"/>
          <p:cNvSpPr>
            <a:spLocks noGrp="1"/>
          </p:cNvSpPr>
          <p:nvPr>
            <p:ph sz="half" idx="12"/>
          </p:nvPr>
        </p:nvSpPr>
        <p:spPr>
          <a:xfrm>
            <a:off x="4306083"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8" name="Content Placeholder 2"/>
          <p:cNvSpPr>
            <a:spLocks noGrp="1"/>
          </p:cNvSpPr>
          <p:nvPr>
            <p:ph sz="half" idx="13"/>
          </p:nvPr>
        </p:nvSpPr>
        <p:spPr>
          <a:xfrm>
            <a:off x="8121991"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1" name="Text Placeholder 7"/>
          <p:cNvSpPr>
            <a:spLocks noGrp="1"/>
          </p:cNvSpPr>
          <p:nvPr>
            <p:ph type="body" sz="quarter" idx="14"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006436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709095"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3328297"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6166415"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3"/>
          <p:cNvSpPr>
            <a:spLocks noGrp="1"/>
          </p:cNvSpPr>
          <p:nvPr>
            <p:ph sz="half" idx="11"/>
          </p:nvPr>
        </p:nvSpPr>
        <p:spPr>
          <a:xfrm>
            <a:off x="9005222"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Content Placeholder 2"/>
          <p:cNvSpPr>
            <a:spLocks noGrp="1"/>
          </p:cNvSpPr>
          <p:nvPr>
            <p:ph sz="half" idx="12"/>
          </p:nvPr>
        </p:nvSpPr>
        <p:spPr>
          <a:xfrm>
            <a:off x="490181" y="1453896"/>
            <a:ext cx="2709095"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8" name="Content Placeholder 3"/>
          <p:cNvSpPr>
            <a:spLocks noGrp="1"/>
          </p:cNvSpPr>
          <p:nvPr>
            <p:ph sz="half" idx="13"/>
          </p:nvPr>
        </p:nvSpPr>
        <p:spPr>
          <a:xfrm>
            <a:off x="3328297"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Content Placeholder 3"/>
          <p:cNvSpPr>
            <a:spLocks noGrp="1"/>
          </p:cNvSpPr>
          <p:nvPr>
            <p:ph sz="half" idx="14"/>
          </p:nvPr>
        </p:nvSpPr>
        <p:spPr>
          <a:xfrm>
            <a:off x="6166415"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9005222"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3" name="Text Placeholder 7"/>
          <p:cNvSpPr>
            <a:spLocks noGrp="1"/>
          </p:cNvSpPr>
          <p:nvPr>
            <p:ph type="body" sz="quarter" idx="16"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13403683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Five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0258" y="1876425"/>
            <a:ext cx="20874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2775301"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5062438"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3"/>
          <p:cNvSpPr>
            <a:spLocks noGrp="1"/>
          </p:cNvSpPr>
          <p:nvPr>
            <p:ph sz="half" idx="11"/>
          </p:nvPr>
        </p:nvSpPr>
        <p:spPr>
          <a:xfrm>
            <a:off x="7351914"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Content Placeholder 2"/>
          <p:cNvSpPr>
            <a:spLocks noGrp="1"/>
          </p:cNvSpPr>
          <p:nvPr>
            <p:ph sz="half" idx="12"/>
          </p:nvPr>
        </p:nvSpPr>
        <p:spPr>
          <a:xfrm>
            <a:off x="9622080" y="1876425"/>
            <a:ext cx="20874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Content Placeholder 2"/>
          <p:cNvSpPr>
            <a:spLocks noGrp="1"/>
          </p:cNvSpPr>
          <p:nvPr>
            <p:ph sz="half" idx="13"/>
          </p:nvPr>
        </p:nvSpPr>
        <p:spPr>
          <a:xfrm>
            <a:off x="490181" y="1453896"/>
            <a:ext cx="2087496"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Content Placeholder 3"/>
          <p:cNvSpPr>
            <a:spLocks noGrp="1"/>
          </p:cNvSpPr>
          <p:nvPr>
            <p:ph sz="half" idx="14"/>
          </p:nvPr>
        </p:nvSpPr>
        <p:spPr>
          <a:xfrm>
            <a:off x="2765224"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5062438"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Content Placeholder 3"/>
          <p:cNvSpPr>
            <a:spLocks noGrp="1"/>
          </p:cNvSpPr>
          <p:nvPr>
            <p:ph sz="half" idx="16"/>
          </p:nvPr>
        </p:nvSpPr>
        <p:spPr>
          <a:xfrm>
            <a:off x="7351914"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2"/>
          <p:cNvSpPr>
            <a:spLocks noGrp="1"/>
          </p:cNvSpPr>
          <p:nvPr>
            <p:ph sz="half" idx="17"/>
          </p:nvPr>
        </p:nvSpPr>
        <p:spPr>
          <a:xfrm>
            <a:off x="9622080" y="1453896"/>
            <a:ext cx="2087496"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4" name="Text Placeholder 7"/>
          <p:cNvSpPr>
            <a:spLocks noGrp="1"/>
          </p:cNvSpPr>
          <p:nvPr>
            <p:ph type="body" sz="quarter" idx="18"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4047036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4" name="Content Placeholder 2"/>
          <p:cNvSpPr>
            <a:spLocks noGrp="1"/>
          </p:cNvSpPr>
          <p:nvPr>
            <p:ph sz="half" idx="1"/>
          </p:nvPr>
        </p:nvSpPr>
        <p:spPr>
          <a:xfrm>
            <a:off x="490179" y="1876425"/>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5" name="Content Placeholder 3"/>
          <p:cNvSpPr>
            <a:spLocks noGrp="1"/>
          </p:cNvSpPr>
          <p:nvPr>
            <p:ph sz="half" idx="2"/>
          </p:nvPr>
        </p:nvSpPr>
        <p:spPr>
          <a:xfrm>
            <a:off x="6298246" y="1876425"/>
            <a:ext cx="5403979"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6" name="Content Placeholder 2"/>
          <p:cNvSpPr>
            <a:spLocks noGrp="1"/>
          </p:cNvSpPr>
          <p:nvPr>
            <p:ph sz="half" idx="10"/>
          </p:nvPr>
        </p:nvSpPr>
        <p:spPr>
          <a:xfrm>
            <a:off x="490179" y="4000500"/>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7" name="Content Placeholder 2"/>
          <p:cNvSpPr>
            <a:spLocks noGrp="1"/>
          </p:cNvSpPr>
          <p:nvPr>
            <p:ph sz="half" idx="12"/>
          </p:nvPr>
        </p:nvSpPr>
        <p:spPr>
          <a:xfrm>
            <a:off x="490179" y="1453899"/>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3"/>
          <p:cNvSpPr>
            <a:spLocks noGrp="1"/>
          </p:cNvSpPr>
          <p:nvPr>
            <p:ph sz="half" idx="13"/>
          </p:nvPr>
        </p:nvSpPr>
        <p:spPr>
          <a:xfrm>
            <a:off x="6298246" y="1453899"/>
            <a:ext cx="5403979"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Content Placeholder 2"/>
          <p:cNvSpPr>
            <a:spLocks noGrp="1"/>
          </p:cNvSpPr>
          <p:nvPr>
            <p:ph sz="half" idx="14"/>
          </p:nvPr>
        </p:nvSpPr>
        <p:spPr>
          <a:xfrm>
            <a:off x="490179" y="3581403"/>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2" name="Content Placeholder 2"/>
          <p:cNvSpPr>
            <a:spLocks noGrp="1"/>
          </p:cNvSpPr>
          <p:nvPr>
            <p:ph sz="half" idx="19"/>
          </p:nvPr>
        </p:nvSpPr>
        <p:spPr>
          <a:xfrm>
            <a:off x="6298245" y="4000500"/>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23" name="Content Placeholder 2"/>
          <p:cNvSpPr>
            <a:spLocks noGrp="1"/>
          </p:cNvSpPr>
          <p:nvPr>
            <p:ph sz="half" idx="20"/>
          </p:nvPr>
        </p:nvSpPr>
        <p:spPr>
          <a:xfrm>
            <a:off x="6298245" y="3581403"/>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ext Placeholder 7"/>
          <p:cNvSpPr>
            <a:spLocks noGrp="1"/>
          </p:cNvSpPr>
          <p:nvPr>
            <p:ph type="body" sz="quarter" idx="21"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16273981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3531224"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4336635" y="1876425"/>
            <a:ext cx="3531225"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8183093" y="1876425"/>
            <a:ext cx="3531225" cy="149384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2"/>
          <p:cNvSpPr>
            <a:spLocks noGrp="1"/>
          </p:cNvSpPr>
          <p:nvPr>
            <p:ph sz="half" idx="11"/>
          </p:nvPr>
        </p:nvSpPr>
        <p:spPr>
          <a:xfrm>
            <a:off x="490181" y="4000499"/>
            <a:ext cx="3531224"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3"/>
          <p:cNvSpPr>
            <a:spLocks noGrp="1"/>
          </p:cNvSpPr>
          <p:nvPr>
            <p:ph sz="half" idx="12"/>
          </p:nvPr>
        </p:nvSpPr>
        <p:spPr>
          <a:xfrm>
            <a:off x="4336635" y="4000499"/>
            <a:ext cx="3531225"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3"/>
          <p:cNvSpPr>
            <a:spLocks noGrp="1"/>
          </p:cNvSpPr>
          <p:nvPr>
            <p:ph sz="half" idx="13"/>
          </p:nvPr>
        </p:nvSpPr>
        <p:spPr>
          <a:xfrm>
            <a:off x="8183093" y="4000499"/>
            <a:ext cx="3531225" cy="149384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2"/>
          <p:cNvSpPr>
            <a:spLocks noGrp="1"/>
          </p:cNvSpPr>
          <p:nvPr>
            <p:ph sz="half" idx="14"/>
          </p:nvPr>
        </p:nvSpPr>
        <p:spPr>
          <a:xfrm>
            <a:off x="490181" y="1453896"/>
            <a:ext cx="3531224"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4336635" y="1453896"/>
            <a:ext cx="3531225"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Content Placeholder 3"/>
          <p:cNvSpPr>
            <a:spLocks noGrp="1"/>
          </p:cNvSpPr>
          <p:nvPr>
            <p:ph sz="half" idx="16"/>
          </p:nvPr>
        </p:nvSpPr>
        <p:spPr>
          <a:xfrm>
            <a:off x="8183093" y="1453896"/>
            <a:ext cx="3531225" cy="419100"/>
          </a:xfrm>
        </p:spPr>
        <p:txBody>
          <a:bodyPr/>
          <a:lstStyle>
            <a:lvl1pPr>
              <a:defRPr sz="1600" b="0">
                <a:solidFill>
                  <a:schemeClr val="tx1"/>
                </a:solidFill>
                <a:latin typeface="+mn-lt"/>
                <a:cs typeface="SABIC Typeface Text" panose="020B0603060202020204" pitchFamily="34" charset="0"/>
              </a:defRPr>
            </a:lvl1pPr>
            <a:lvl2pPr>
              <a:defRPr sz="2033" b="0">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2"/>
          <p:cNvSpPr>
            <a:spLocks noGrp="1"/>
          </p:cNvSpPr>
          <p:nvPr>
            <p:ph sz="half" idx="17"/>
          </p:nvPr>
        </p:nvSpPr>
        <p:spPr>
          <a:xfrm>
            <a:off x="490181" y="3581400"/>
            <a:ext cx="3531224"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Content Placeholder 3"/>
          <p:cNvSpPr>
            <a:spLocks noGrp="1"/>
          </p:cNvSpPr>
          <p:nvPr>
            <p:ph sz="half" idx="18"/>
          </p:nvPr>
        </p:nvSpPr>
        <p:spPr>
          <a:xfrm>
            <a:off x="4336635" y="3581400"/>
            <a:ext cx="3531225"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8183093" y="3581400"/>
            <a:ext cx="3531225" cy="419100"/>
          </a:xfrm>
        </p:spPr>
        <p:txBody>
          <a:bodyPr/>
          <a:lstStyle>
            <a:lvl1pPr>
              <a:defRPr sz="1600" b="0">
                <a:solidFill>
                  <a:schemeClr val="tx1"/>
                </a:solidFill>
                <a:latin typeface="+mn-lt"/>
                <a:cs typeface="SABIC Typeface Text" panose="020B0603060202020204" pitchFamily="34" charset="0"/>
              </a:defRPr>
            </a:lvl1pPr>
            <a:lvl2pPr>
              <a:defRPr sz="2033" b="0">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7" name="Text Placeholder 7"/>
          <p:cNvSpPr>
            <a:spLocks noGrp="1"/>
          </p:cNvSpPr>
          <p:nvPr>
            <p:ph type="body" sz="quarter" idx="20"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21356413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680665"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3335935"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6181691"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3"/>
          <p:cNvSpPr>
            <a:spLocks noGrp="1"/>
          </p:cNvSpPr>
          <p:nvPr>
            <p:ph sz="half" idx="11"/>
          </p:nvPr>
        </p:nvSpPr>
        <p:spPr>
          <a:xfrm>
            <a:off x="9020497"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2"/>
          <p:cNvSpPr>
            <a:spLocks noGrp="1"/>
          </p:cNvSpPr>
          <p:nvPr>
            <p:ph sz="half" idx="12"/>
          </p:nvPr>
        </p:nvSpPr>
        <p:spPr>
          <a:xfrm>
            <a:off x="490181" y="4000499"/>
            <a:ext cx="2680665"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3"/>
          <p:cNvSpPr>
            <a:spLocks noGrp="1"/>
          </p:cNvSpPr>
          <p:nvPr>
            <p:ph sz="half" idx="13"/>
          </p:nvPr>
        </p:nvSpPr>
        <p:spPr>
          <a:xfrm>
            <a:off x="3335935"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3"/>
          <p:cNvSpPr>
            <a:spLocks noGrp="1"/>
          </p:cNvSpPr>
          <p:nvPr>
            <p:ph sz="half" idx="14"/>
          </p:nvPr>
        </p:nvSpPr>
        <p:spPr>
          <a:xfrm>
            <a:off x="6181691"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0" name="Content Placeholder 3"/>
          <p:cNvSpPr>
            <a:spLocks noGrp="1"/>
          </p:cNvSpPr>
          <p:nvPr>
            <p:ph sz="half" idx="15"/>
          </p:nvPr>
        </p:nvSpPr>
        <p:spPr>
          <a:xfrm>
            <a:off x="9020497"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2"/>
          <p:cNvSpPr>
            <a:spLocks noGrp="1"/>
          </p:cNvSpPr>
          <p:nvPr>
            <p:ph sz="half" idx="16"/>
          </p:nvPr>
        </p:nvSpPr>
        <p:spPr>
          <a:xfrm>
            <a:off x="490181" y="1453896"/>
            <a:ext cx="2680665"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3"/>
          <p:cNvSpPr>
            <a:spLocks noGrp="1"/>
          </p:cNvSpPr>
          <p:nvPr>
            <p:ph sz="half" idx="17"/>
          </p:nvPr>
        </p:nvSpPr>
        <p:spPr>
          <a:xfrm>
            <a:off x="3335935"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Content Placeholder 3"/>
          <p:cNvSpPr>
            <a:spLocks noGrp="1"/>
          </p:cNvSpPr>
          <p:nvPr>
            <p:ph sz="half" idx="18"/>
          </p:nvPr>
        </p:nvSpPr>
        <p:spPr>
          <a:xfrm>
            <a:off x="6181691"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9020497"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Content Placeholder 2"/>
          <p:cNvSpPr>
            <a:spLocks noGrp="1"/>
          </p:cNvSpPr>
          <p:nvPr>
            <p:ph sz="half" idx="20"/>
          </p:nvPr>
        </p:nvSpPr>
        <p:spPr>
          <a:xfrm>
            <a:off x="490181" y="3581400"/>
            <a:ext cx="2680665"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6" name="Content Placeholder 3"/>
          <p:cNvSpPr>
            <a:spLocks noGrp="1"/>
          </p:cNvSpPr>
          <p:nvPr>
            <p:ph sz="half" idx="21"/>
          </p:nvPr>
        </p:nvSpPr>
        <p:spPr>
          <a:xfrm>
            <a:off x="3335935"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7" name="Content Placeholder 3"/>
          <p:cNvSpPr>
            <a:spLocks noGrp="1"/>
          </p:cNvSpPr>
          <p:nvPr>
            <p:ph sz="half" idx="22"/>
          </p:nvPr>
        </p:nvSpPr>
        <p:spPr>
          <a:xfrm>
            <a:off x="6181691"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3"/>
          <p:cNvSpPr>
            <a:spLocks noGrp="1"/>
          </p:cNvSpPr>
          <p:nvPr>
            <p:ph sz="half" idx="23"/>
          </p:nvPr>
        </p:nvSpPr>
        <p:spPr>
          <a:xfrm>
            <a:off x="9020497"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Title 1"/>
          <p:cNvSpPr>
            <a:spLocks noGrp="1"/>
          </p:cNvSpPr>
          <p:nvPr>
            <p:ph type="title" hasCustomPrompt="1"/>
          </p:nvPr>
        </p:nvSpPr>
        <p:spPr>
          <a:xfrm>
            <a:off x="490180" y="406400"/>
            <a:ext cx="9924558" cy="577850"/>
          </a:xfrm>
        </p:spPr>
        <p:txBody>
          <a:bodyPr/>
          <a:lstStyle>
            <a:lvl1pPr>
              <a:defRPr>
                <a:solidFill>
                  <a:schemeClr val="tx1"/>
                </a:solidFill>
              </a:defRPr>
            </a:lvl1pPr>
          </a:lstStyle>
          <a:p>
            <a:r>
              <a:rPr lang="en-US" dirty="0" smtClean="0"/>
              <a:t>CLICK TO EDIT MASTER TITLE STYLE</a:t>
            </a:r>
            <a:endParaRPr lang="en-GB" dirty="0"/>
          </a:p>
        </p:txBody>
      </p:sp>
      <p:sp>
        <p:nvSpPr>
          <p:cNvPr id="21" name="Text Placeholder 7"/>
          <p:cNvSpPr>
            <a:spLocks noGrp="1"/>
          </p:cNvSpPr>
          <p:nvPr>
            <p:ph type="body" sz="quarter" idx="24"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560432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n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2780333" y="1876425"/>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5078813" y="1876425"/>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3"/>
          <p:cNvSpPr>
            <a:spLocks noGrp="1"/>
          </p:cNvSpPr>
          <p:nvPr>
            <p:ph sz="half" idx="11"/>
          </p:nvPr>
        </p:nvSpPr>
        <p:spPr>
          <a:xfrm>
            <a:off x="7362018" y="1876424"/>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2"/>
          <p:cNvSpPr>
            <a:spLocks noGrp="1"/>
          </p:cNvSpPr>
          <p:nvPr>
            <p:ph sz="half" idx="12"/>
          </p:nvPr>
        </p:nvSpPr>
        <p:spPr>
          <a:xfrm>
            <a:off x="9667450" y="1876425"/>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2"/>
          <p:cNvSpPr>
            <a:spLocks noGrp="1"/>
          </p:cNvSpPr>
          <p:nvPr>
            <p:ph sz="half" idx="13"/>
          </p:nvPr>
        </p:nvSpPr>
        <p:spPr>
          <a:xfrm>
            <a:off x="490181" y="4000499"/>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3"/>
          <p:cNvSpPr>
            <a:spLocks noGrp="1"/>
          </p:cNvSpPr>
          <p:nvPr>
            <p:ph sz="half" idx="14"/>
          </p:nvPr>
        </p:nvSpPr>
        <p:spPr>
          <a:xfrm>
            <a:off x="2780333" y="4000499"/>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0" name="Content Placeholder 3"/>
          <p:cNvSpPr>
            <a:spLocks noGrp="1"/>
          </p:cNvSpPr>
          <p:nvPr>
            <p:ph sz="half" idx="15"/>
          </p:nvPr>
        </p:nvSpPr>
        <p:spPr>
          <a:xfrm>
            <a:off x="5078813" y="4000499"/>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3"/>
          <p:cNvSpPr>
            <a:spLocks noGrp="1"/>
          </p:cNvSpPr>
          <p:nvPr>
            <p:ph sz="half" idx="16"/>
          </p:nvPr>
        </p:nvSpPr>
        <p:spPr>
          <a:xfrm>
            <a:off x="7362018" y="4000498"/>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2" name="Content Placeholder 2"/>
          <p:cNvSpPr>
            <a:spLocks noGrp="1"/>
          </p:cNvSpPr>
          <p:nvPr>
            <p:ph sz="half" idx="17"/>
          </p:nvPr>
        </p:nvSpPr>
        <p:spPr>
          <a:xfrm>
            <a:off x="9667450" y="4000499"/>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3" name="Content Placeholder 2"/>
          <p:cNvSpPr>
            <a:spLocks noGrp="1"/>
          </p:cNvSpPr>
          <p:nvPr>
            <p:ph sz="half" idx="18"/>
          </p:nvPr>
        </p:nvSpPr>
        <p:spPr>
          <a:xfrm>
            <a:off x="490181" y="1453897"/>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2780333" y="1453897"/>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Content Placeholder 3"/>
          <p:cNvSpPr>
            <a:spLocks noGrp="1"/>
          </p:cNvSpPr>
          <p:nvPr>
            <p:ph sz="half" idx="20"/>
          </p:nvPr>
        </p:nvSpPr>
        <p:spPr>
          <a:xfrm>
            <a:off x="5078813" y="1453897"/>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6" name="Content Placeholder 3"/>
          <p:cNvSpPr>
            <a:spLocks noGrp="1"/>
          </p:cNvSpPr>
          <p:nvPr>
            <p:ph sz="half" idx="21"/>
          </p:nvPr>
        </p:nvSpPr>
        <p:spPr>
          <a:xfrm>
            <a:off x="7362018" y="1453896"/>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7" name="Content Placeholder 2"/>
          <p:cNvSpPr>
            <a:spLocks noGrp="1"/>
          </p:cNvSpPr>
          <p:nvPr>
            <p:ph sz="half" idx="22"/>
          </p:nvPr>
        </p:nvSpPr>
        <p:spPr>
          <a:xfrm>
            <a:off x="9667450" y="1453897"/>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2"/>
          <p:cNvSpPr>
            <a:spLocks noGrp="1"/>
          </p:cNvSpPr>
          <p:nvPr>
            <p:ph sz="half" idx="23"/>
          </p:nvPr>
        </p:nvSpPr>
        <p:spPr>
          <a:xfrm>
            <a:off x="490181" y="3581400"/>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Content Placeholder 3"/>
          <p:cNvSpPr>
            <a:spLocks noGrp="1"/>
          </p:cNvSpPr>
          <p:nvPr>
            <p:ph sz="half" idx="24"/>
          </p:nvPr>
        </p:nvSpPr>
        <p:spPr>
          <a:xfrm>
            <a:off x="2780333" y="3581400"/>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0" name="Content Placeholder 3"/>
          <p:cNvSpPr>
            <a:spLocks noGrp="1"/>
          </p:cNvSpPr>
          <p:nvPr>
            <p:ph sz="half" idx="25"/>
          </p:nvPr>
        </p:nvSpPr>
        <p:spPr>
          <a:xfrm>
            <a:off x="5078813" y="3581400"/>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1" name="Content Placeholder 3"/>
          <p:cNvSpPr>
            <a:spLocks noGrp="1"/>
          </p:cNvSpPr>
          <p:nvPr>
            <p:ph sz="half" idx="26"/>
          </p:nvPr>
        </p:nvSpPr>
        <p:spPr>
          <a:xfrm>
            <a:off x="7362018" y="3581399"/>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2" name="Content Placeholder 2"/>
          <p:cNvSpPr>
            <a:spLocks noGrp="1"/>
          </p:cNvSpPr>
          <p:nvPr>
            <p:ph sz="half" idx="27"/>
          </p:nvPr>
        </p:nvSpPr>
        <p:spPr>
          <a:xfrm>
            <a:off x="9667450" y="3581400"/>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3" name="Title 1"/>
          <p:cNvSpPr>
            <a:spLocks noGrp="1"/>
          </p:cNvSpPr>
          <p:nvPr>
            <p:ph type="title" hasCustomPrompt="1"/>
          </p:nvPr>
        </p:nvSpPr>
        <p:spPr>
          <a:xfrm>
            <a:off x="490180" y="406400"/>
            <a:ext cx="9924558" cy="577850"/>
          </a:xfrm>
        </p:spPr>
        <p:txBody>
          <a:bodyPr/>
          <a:lstStyle>
            <a:lvl1pPr>
              <a:defRPr>
                <a:solidFill>
                  <a:schemeClr val="tx1"/>
                </a:solidFill>
              </a:defRPr>
            </a:lvl1pPr>
          </a:lstStyle>
          <a:p>
            <a:r>
              <a:rPr lang="en-US" dirty="0" smtClean="0"/>
              <a:t>CLICK TO EDIT MASTER TITLE STYLE</a:t>
            </a:r>
            <a:endParaRPr lang="en-GB" dirty="0"/>
          </a:p>
        </p:txBody>
      </p:sp>
      <p:sp>
        <p:nvSpPr>
          <p:cNvPr id="25" name="Text Placeholder 7"/>
          <p:cNvSpPr>
            <a:spLocks noGrp="1"/>
          </p:cNvSpPr>
          <p:nvPr>
            <p:ph type="body" sz="quarter" idx="28"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166107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solidFill>
              </a:defRPr>
            </a:lvl1pPr>
          </a:lstStyle>
          <a:p>
            <a:r>
              <a:rPr lang="en-US" dirty="0" smtClean="0"/>
              <a:t>CLICK TO EDIT MASTER TITLE STYLE</a:t>
            </a:r>
            <a:endParaRPr lang="en-GB" dirty="0"/>
          </a:p>
        </p:txBody>
      </p:sp>
      <p:sp>
        <p:nvSpPr>
          <p:cNvPr id="4" name="Chart Placeholder 3"/>
          <p:cNvSpPr>
            <a:spLocks noGrp="1"/>
          </p:cNvSpPr>
          <p:nvPr>
            <p:ph type="chart" sz="quarter" idx="10"/>
          </p:nvPr>
        </p:nvSpPr>
        <p:spPr>
          <a:xfrm>
            <a:off x="961033" y="2517775"/>
            <a:ext cx="10724853" cy="3359150"/>
          </a:xfrm>
        </p:spPr>
        <p:txBody>
          <a:bodyPr/>
          <a:lstStyle>
            <a:lvl1pPr>
              <a:defRPr>
                <a:solidFill>
                  <a:schemeClr val="tx1"/>
                </a:solidFill>
              </a:defRPr>
            </a:lvl1pPr>
          </a:lstStyle>
          <a:p>
            <a:r>
              <a:rPr lang="en-US" smtClean="0"/>
              <a:t>Click icon to add chart</a:t>
            </a:r>
            <a:endParaRPr lang="en-GB" dirty="0"/>
          </a:p>
        </p:txBody>
      </p:sp>
      <p:sp>
        <p:nvSpPr>
          <p:cNvPr id="6" name="Vertical Text Placeholder 5"/>
          <p:cNvSpPr>
            <a:spLocks noGrp="1"/>
          </p:cNvSpPr>
          <p:nvPr>
            <p:ph type="body" orient="vert" sz="quarter" idx="11"/>
          </p:nvPr>
        </p:nvSpPr>
        <p:spPr>
          <a:xfrm>
            <a:off x="495443" y="2517775"/>
            <a:ext cx="465589" cy="3359150"/>
          </a:xfrm>
        </p:spPr>
        <p:txBody>
          <a:bodyPr vert="vert270" anchor="b"/>
          <a:lstStyle>
            <a:lvl1pPr marL="0" indent="0" algn="ctr">
              <a:buFontTx/>
              <a:buNone/>
              <a:defRPr sz="1600">
                <a:solidFill>
                  <a:schemeClr val="tx1"/>
                </a:solidFill>
              </a:defRPr>
            </a:lvl1pPr>
          </a:lstStyle>
          <a:p>
            <a:pPr lvl="0"/>
            <a:r>
              <a:rPr lang="en-US" smtClean="0"/>
              <a:t>Edit Master text styles</a:t>
            </a:r>
          </a:p>
        </p:txBody>
      </p:sp>
      <p:sp>
        <p:nvSpPr>
          <p:cNvPr id="8" name="Text Placeholder 7"/>
          <p:cNvSpPr>
            <a:spLocks noGrp="1"/>
          </p:cNvSpPr>
          <p:nvPr>
            <p:ph type="body" sz="quarter" idx="12"/>
          </p:nvPr>
        </p:nvSpPr>
        <p:spPr>
          <a:xfrm>
            <a:off x="490181" y="5936197"/>
            <a:ext cx="11195705" cy="379413"/>
          </a:xfrm>
        </p:spPr>
        <p:txBody>
          <a:bodyPr/>
          <a:lstStyle>
            <a:lvl1pPr marL="0" indent="0" algn="ctr">
              <a:buFontTx/>
              <a:buNone/>
              <a:defRPr sz="1600">
                <a:solidFill>
                  <a:schemeClr val="tx1"/>
                </a:solidFill>
              </a:defRPr>
            </a:lvl1pPr>
          </a:lstStyle>
          <a:p>
            <a:pPr lvl="0"/>
            <a:r>
              <a:rPr lang="en-US" smtClean="0"/>
              <a:t>Edit Master text styles</a:t>
            </a:r>
          </a:p>
        </p:txBody>
      </p:sp>
      <p:sp>
        <p:nvSpPr>
          <p:cNvPr id="10" name="Text Placeholder 9"/>
          <p:cNvSpPr>
            <a:spLocks noGrp="1"/>
          </p:cNvSpPr>
          <p:nvPr>
            <p:ph type="body" sz="quarter" idx="13"/>
          </p:nvPr>
        </p:nvSpPr>
        <p:spPr>
          <a:xfrm>
            <a:off x="490181" y="1455741"/>
            <a:ext cx="11195706" cy="877887"/>
          </a:xfrm>
        </p:spPr>
        <p:txBody>
          <a:bodyPr/>
          <a:lstStyle>
            <a:lvl1pPr>
              <a:defRPr>
                <a:solidFill>
                  <a:schemeClr val="tx1"/>
                </a:solidFill>
              </a:defRPr>
            </a:lvl1pPr>
            <a:lvl2pPr>
              <a:defRPr>
                <a:solidFill>
                  <a:schemeClr val="tx1"/>
                </a:solidFill>
              </a:defRPr>
            </a:lvl2pPr>
          </a:lstStyle>
          <a:p>
            <a:pPr lvl="0"/>
            <a:r>
              <a:rPr lang="en-US" smtClean="0"/>
              <a:t>Edit Master text styles</a:t>
            </a:r>
          </a:p>
          <a:p>
            <a:pPr lvl="1"/>
            <a:r>
              <a:rPr lang="en-US" smtClean="0"/>
              <a:t>Second level</a:t>
            </a:r>
          </a:p>
        </p:txBody>
      </p:sp>
      <p:sp>
        <p:nvSpPr>
          <p:cNvPr id="12" name="Text Placeholder 11"/>
          <p:cNvSpPr>
            <a:spLocks noGrp="1"/>
          </p:cNvSpPr>
          <p:nvPr>
            <p:ph type="body" sz="quarter" idx="14"/>
          </p:nvPr>
        </p:nvSpPr>
        <p:spPr>
          <a:xfrm>
            <a:off x="8340090" y="4346575"/>
            <a:ext cx="3345796" cy="1062038"/>
          </a:xfrm>
        </p:spPr>
        <p:txBody>
          <a:bodyPr/>
          <a:lstStyle>
            <a:lvl1pPr marL="0" indent="0">
              <a:buFontTx/>
              <a:buNone/>
              <a:defRPr sz="1200" b="0">
                <a:solidFill>
                  <a:schemeClr val="tx1"/>
                </a:solidFill>
              </a:defRPr>
            </a:lvl1pPr>
            <a:lvl2pPr marL="161239" indent="0">
              <a:buFontTx/>
              <a:buNone/>
              <a:defRPr sz="1200">
                <a:solidFill>
                  <a:schemeClr val="tx1"/>
                </a:solidFill>
              </a:defRPr>
            </a:lvl2pPr>
            <a:lvl3pPr marL="457518" indent="0">
              <a:buFontTx/>
              <a:buNone/>
              <a:defRPr sz="1270"/>
            </a:lvl3pPr>
            <a:lvl4pPr marL="792087" indent="0">
              <a:buFontTx/>
              <a:buNone/>
              <a:defRPr sz="1270"/>
            </a:lvl4pPr>
            <a:lvl5pPr marL="1152860" indent="0">
              <a:buFontTx/>
              <a:buNone/>
              <a:defRPr sz="1270"/>
            </a:lvl5pPr>
          </a:lstStyle>
          <a:p>
            <a:pPr lvl="0"/>
            <a:r>
              <a:rPr lang="en-US" smtClean="0"/>
              <a:t>Edit Master text styles</a:t>
            </a:r>
          </a:p>
          <a:p>
            <a:pPr lvl="1"/>
            <a:r>
              <a:rPr lang="en-US" smtClean="0"/>
              <a:t>Second level</a:t>
            </a:r>
          </a:p>
        </p:txBody>
      </p:sp>
      <p:sp>
        <p:nvSpPr>
          <p:cNvPr id="11" name="Text Placeholder 7"/>
          <p:cNvSpPr>
            <a:spLocks noGrp="1"/>
          </p:cNvSpPr>
          <p:nvPr>
            <p:ph type="body" sz="quarter" idx="15"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3531155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solidFill>
              </a:defRPr>
            </a:lvl1pPr>
          </a:lstStyle>
          <a:p>
            <a:r>
              <a:rPr lang="en-US" dirty="0" smtClean="0"/>
              <a:t>CLICK TO EDIT MASTER TITLE STYLE</a:t>
            </a:r>
            <a:endParaRPr lang="en-GB" dirty="0"/>
          </a:p>
        </p:txBody>
      </p:sp>
      <p:sp>
        <p:nvSpPr>
          <p:cNvPr id="4" name="Picture Placeholder 3"/>
          <p:cNvSpPr>
            <a:spLocks noGrp="1"/>
          </p:cNvSpPr>
          <p:nvPr>
            <p:ph type="pic" sz="quarter" idx="10"/>
          </p:nvPr>
        </p:nvSpPr>
        <p:spPr>
          <a:xfrm>
            <a:off x="496357" y="1272093"/>
            <a:ext cx="11196078" cy="5052414"/>
          </a:xfrm>
          <a:prstGeom prst="rect">
            <a:avLst/>
          </a:prstGeom>
        </p:spPr>
        <p:txBody>
          <a:bodyPr/>
          <a:lstStyle>
            <a:lvl1pPr>
              <a:defRPr>
                <a:solidFill>
                  <a:schemeClr val="tx1"/>
                </a:solidFill>
              </a:defRPr>
            </a:lvl1pPr>
          </a:lstStyle>
          <a:p>
            <a:r>
              <a:rPr lang="en-US" smtClean="0"/>
              <a:t>Click icon to add picture</a:t>
            </a:r>
            <a:endParaRPr lang="en-GB" dirty="0"/>
          </a:p>
        </p:txBody>
      </p:sp>
      <p:sp>
        <p:nvSpPr>
          <p:cNvPr id="6"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605536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Blank Pag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62263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Purpos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45337" y="3191292"/>
            <a:ext cx="6501326" cy="475416"/>
          </a:xfrm>
          <a:prstGeom prst="rect">
            <a:avLst/>
          </a:prstGeom>
        </p:spPr>
      </p:pic>
    </p:spTree>
    <p:extLst>
      <p:ext uri="{BB962C8B-B14F-4D97-AF65-F5344CB8AC3E}">
        <p14:creationId xmlns:p14="http://schemas.microsoft.com/office/powerpoint/2010/main" val="7120903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Purpose AR">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81222" y="2923361"/>
            <a:ext cx="4829556" cy="972860"/>
          </a:xfrm>
          <a:prstGeom prst="rect">
            <a:avLst/>
          </a:prstGeom>
        </p:spPr>
      </p:pic>
    </p:spTree>
    <p:extLst>
      <p:ext uri="{BB962C8B-B14F-4D97-AF65-F5344CB8AC3E}">
        <p14:creationId xmlns:p14="http://schemas.microsoft.com/office/powerpoint/2010/main" val="3819902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Thank You Blue">
    <p:bg>
      <p:bgPr>
        <a:gradFill>
          <a:gsLst>
            <a:gs pos="10000">
              <a:srgbClr val="0047BB"/>
            </a:gs>
            <a:gs pos="90000">
              <a:schemeClr val="accent1"/>
            </a:gs>
          </a:gsLst>
          <a:lin ang="0" scaled="1"/>
        </a:gra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0" hasCustomPrompt="1"/>
          </p:nvPr>
        </p:nvSpPr>
        <p:spPr>
          <a:xfrm>
            <a:off x="490177" y="1828800"/>
            <a:ext cx="11226259" cy="1661993"/>
          </a:xfrm>
          <a:prstGeom prst="rect">
            <a:avLst/>
          </a:prstGeom>
        </p:spPr>
        <p:txBody>
          <a:bodyPr lIns="0" tIns="0" rIns="0" bIns="0" anchor="ctr">
            <a:noAutofit/>
          </a:bodyPr>
          <a:lstStyle>
            <a:lvl1pPr algn="ctr">
              <a:defRPr sz="5400" b="0" cap="all" baseline="0">
                <a:solidFill>
                  <a:schemeClr val="bg1"/>
                </a:solidFill>
                <a:latin typeface="+mj-lt"/>
              </a:defRPr>
            </a:lvl1pPr>
          </a:lstStyle>
          <a:p>
            <a:pPr lvl="0"/>
            <a:r>
              <a:rPr lang="en-US" dirty="0" smtClean="0"/>
              <a:t>Insert Thank You</a:t>
            </a:r>
            <a:br>
              <a:rPr lang="en-US" dirty="0" smtClean="0"/>
            </a:br>
            <a:r>
              <a:rPr lang="en-US" dirty="0" smtClean="0"/>
              <a:t>Message Here</a:t>
            </a:r>
          </a:p>
        </p:txBody>
      </p:sp>
    </p:spTree>
    <p:extLst>
      <p:ext uri="{BB962C8B-B14F-4D97-AF65-F5344CB8AC3E}">
        <p14:creationId xmlns:p14="http://schemas.microsoft.com/office/powerpoint/2010/main" val="3039070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Thank You Orange">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5" name="Text Placeholder 8"/>
          <p:cNvSpPr>
            <a:spLocks noGrp="1"/>
          </p:cNvSpPr>
          <p:nvPr>
            <p:ph type="body" sz="quarter" idx="10" hasCustomPrompt="1"/>
          </p:nvPr>
        </p:nvSpPr>
        <p:spPr>
          <a:xfrm>
            <a:off x="490177" y="1828800"/>
            <a:ext cx="11226259" cy="1661993"/>
          </a:xfrm>
          <a:prstGeom prst="rect">
            <a:avLst/>
          </a:prstGeom>
        </p:spPr>
        <p:txBody>
          <a:bodyPr lIns="0" tIns="0" rIns="0" bIns="0" anchor="ctr">
            <a:noAutofit/>
          </a:bodyPr>
          <a:lstStyle>
            <a:lvl1pPr algn="ctr">
              <a:defRPr sz="5400" b="0" cap="all" baseline="0">
                <a:solidFill>
                  <a:schemeClr val="bg1"/>
                </a:solidFill>
                <a:latin typeface="+mj-lt"/>
              </a:defRPr>
            </a:lvl1pPr>
          </a:lstStyle>
          <a:p>
            <a:pPr lvl="0"/>
            <a:r>
              <a:rPr lang="en-US" dirty="0" smtClean="0"/>
              <a:t>Insert Thank You</a:t>
            </a:r>
            <a:br>
              <a:rPr lang="en-US" dirty="0" smtClean="0"/>
            </a:br>
            <a:r>
              <a:rPr lang="en-US" dirty="0" smtClean="0"/>
              <a:t>Message Here</a:t>
            </a:r>
          </a:p>
        </p:txBody>
      </p:sp>
    </p:spTree>
    <p:extLst>
      <p:ext uri="{BB962C8B-B14F-4D97-AF65-F5344CB8AC3E}">
        <p14:creationId xmlns:p14="http://schemas.microsoft.com/office/powerpoint/2010/main" val="1630477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hank You Coll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69"/>
            <a:ext cx="12193191" cy="6857330"/>
          </a:xfrm>
          <a:prstGeom prst="rect">
            <a:avLst/>
          </a:prstGeom>
        </p:spPr>
      </p:pic>
      <p:sp>
        <p:nvSpPr>
          <p:cNvPr id="2" name="Rectangle 1"/>
          <p:cNvSpPr/>
          <p:nvPr/>
        </p:nvSpPr>
        <p:spPr bwMode="auto">
          <a:xfrm>
            <a:off x="3039320" y="2859605"/>
            <a:ext cx="6102221" cy="1004467"/>
          </a:xfrm>
          <a:prstGeom prst="rect">
            <a:avLst/>
          </a:prstGeom>
          <a:solidFill>
            <a:srgbClr val="FFFFFF">
              <a:alpha val="69804"/>
            </a:srgbClr>
          </a:solidFill>
          <a:ln w="9525" cap="flat" cmpd="sng" algn="ctr">
            <a:noFill/>
            <a:prstDash val="solid"/>
            <a:round/>
            <a:headEnd type="none" w="med" len="med"/>
            <a:tailEnd type="none" w="med" len="med"/>
          </a:ln>
          <a:effectLst/>
          <a:extLst/>
        </p:spPr>
        <p:txBody>
          <a:bodyPr vert="horz" wrap="square" lIns="91413" tIns="91413" rIns="91413" bIns="91413" numCol="1" rtlCol="0" anchor="ctr" anchorCtr="0" compatLnSpc="1">
            <a:prstTxWarp prst="textNoShape">
              <a:avLst/>
            </a:prstTxWarp>
          </a:bodyPr>
          <a:lstStyle/>
          <a:p>
            <a:pPr marL="0" marR="0" indent="0" algn="ctr" defTabSz="1160924" rtl="0" eaLnBrk="1" fontAlgn="base" latinLnBrk="0" hangingPunct="1">
              <a:lnSpc>
                <a:spcPct val="100000"/>
              </a:lnSpc>
              <a:spcBef>
                <a:spcPct val="0"/>
              </a:spcBef>
              <a:spcAft>
                <a:spcPct val="0"/>
              </a:spcAft>
              <a:buClrTx/>
              <a:buSzTx/>
              <a:buFont typeface="Wingdings" pitchFamily="2" charset="2"/>
              <a:buNone/>
              <a:tabLst/>
            </a:pPr>
            <a:endParaRPr kumimoji="0" lang="en-US" sz="2033" b="0" i="0" u="none" strike="noStrike" cap="none" normalizeH="0" baseline="0" dirty="0" smtClean="0">
              <a:ln>
                <a:noFill/>
              </a:ln>
              <a:solidFill>
                <a:schemeClr val="tx1"/>
              </a:solidFill>
              <a:effectLst/>
              <a:latin typeface="Arial" pitchFamily="34" charset="0"/>
            </a:endParaRPr>
          </a:p>
        </p:txBody>
      </p:sp>
      <p:sp>
        <p:nvSpPr>
          <p:cNvPr id="6" name="Text Placeholder 8"/>
          <p:cNvSpPr>
            <a:spLocks noGrp="1"/>
          </p:cNvSpPr>
          <p:nvPr>
            <p:ph type="body" sz="quarter" idx="11" hasCustomPrompt="1"/>
          </p:nvPr>
        </p:nvSpPr>
        <p:spPr>
          <a:xfrm>
            <a:off x="3044858" y="2927187"/>
            <a:ext cx="6105546" cy="830997"/>
          </a:xfrm>
          <a:prstGeom prst="rect">
            <a:avLst/>
          </a:prstGeom>
        </p:spPr>
        <p:txBody>
          <a:bodyPr wrap="square" lIns="0" tIns="0" rIns="0" bIns="0" anchor="ctr">
            <a:noAutofit/>
          </a:bodyPr>
          <a:lstStyle>
            <a:lvl1pPr algn="ctr">
              <a:defRPr sz="5400" b="0" cap="all" baseline="0">
                <a:solidFill>
                  <a:schemeClr val="accent1"/>
                </a:solidFill>
                <a:latin typeface="+mj-lt"/>
              </a:defRPr>
            </a:lvl1pPr>
          </a:lstStyle>
          <a:p>
            <a:pPr lvl="0"/>
            <a:r>
              <a:rPr lang="en-US" dirty="0" smtClean="0"/>
              <a:t>Thank you</a:t>
            </a:r>
          </a:p>
        </p:txBody>
      </p:sp>
    </p:spTree>
    <p:extLst>
      <p:ext uri="{BB962C8B-B14F-4D97-AF65-F5344CB8AC3E}">
        <p14:creationId xmlns:p14="http://schemas.microsoft.com/office/powerpoint/2010/main" val="344773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itle" preserve="1">
  <p:cSld name="Cover Style 1">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r="3440" b="23084"/>
          <a:stretch/>
        </p:blipFill>
        <p:spPr>
          <a:xfrm>
            <a:off x="4815840" y="3237924"/>
            <a:ext cx="7376160" cy="3620076"/>
          </a:xfrm>
          <a:prstGeom prst="rect">
            <a:avLst/>
          </a:prstGeom>
        </p:spPr>
      </p:pic>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l="2222" r="5621"/>
          <a:stretch/>
        </p:blipFill>
        <p:spPr>
          <a:xfrm>
            <a:off x="0" y="2185416"/>
            <a:ext cx="12192000" cy="3845977"/>
          </a:xfrm>
          <a:prstGeom prst="rect">
            <a:avLst/>
          </a:prstGeom>
        </p:spPr>
      </p:pic>
      <p:sp>
        <p:nvSpPr>
          <p:cNvPr id="6147" name="Rectangle 3"/>
          <p:cNvSpPr>
            <a:spLocks noGrp="1" noChangeArrowheads="1"/>
          </p:cNvSpPr>
          <p:nvPr>
            <p:ph type="subTitle" idx="1" hasCustomPrompt="1"/>
          </p:nvPr>
        </p:nvSpPr>
        <p:spPr>
          <a:xfrm>
            <a:off x="731521" y="2855158"/>
            <a:ext cx="5921735" cy="181243"/>
          </a:xfrm>
        </p:spPr>
        <p:txBody>
          <a:bodyPr/>
          <a:lstStyle>
            <a:lvl1pPr marL="0" indent="0">
              <a:lnSpc>
                <a:spcPct val="100000"/>
              </a:lnSpc>
              <a:buFont typeface="Arial" pitchFamily="34" charset="0"/>
              <a:buNone/>
              <a:defRPr sz="1200" cap="all" baseline="0">
                <a:solidFill>
                  <a:schemeClr val="tx1"/>
                </a:solidFill>
                <a:latin typeface="SABIC Typeface Headline" panose="020B0603060202020204" pitchFamily="34" charset="0"/>
                <a:cs typeface="SABIC Typeface Headline" panose="020B0603060202020204" pitchFamily="34" charset="0"/>
              </a:defRPr>
            </a:lvl1pPr>
          </a:lstStyle>
          <a:p>
            <a:pPr lvl="0"/>
            <a:r>
              <a:rPr lang="en-US" dirty="0" smtClean="0"/>
              <a:t>Short Subhead all caps (12pt regular) optional</a:t>
            </a:r>
            <a:endParaRPr lang="ar-SA" dirty="0" smtClean="0"/>
          </a:p>
        </p:txBody>
      </p:sp>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11" name="Picture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6146" name="Rectangle 2"/>
          <p:cNvSpPr>
            <a:spLocks noGrp="1" noChangeArrowheads="1"/>
          </p:cNvSpPr>
          <p:nvPr>
            <p:ph type="ctrTitle" hasCustomPrompt="1"/>
          </p:nvPr>
        </p:nvSpPr>
        <p:spPr>
          <a:xfrm>
            <a:off x="731521" y="1673352"/>
            <a:ext cx="8961119" cy="1097280"/>
          </a:xfrm>
        </p:spPr>
        <p:txBody>
          <a:bodyPr anchor="b"/>
          <a:lstStyle>
            <a:lvl1pPr>
              <a:defRPr sz="3600">
                <a:solidFill>
                  <a:schemeClr val="accent5"/>
                </a:solidFill>
              </a:defRPr>
            </a:lvl1pPr>
          </a:lstStyle>
          <a:p>
            <a:pPr lvl="0"/>
            <a:r>
              <a:rPr lang="en-US" dirty="0" smtClean="0"/>
              <a:t>headline all caps (36pt light) </a:t>
            </a:r>
            <a:br>
              <a:rPr lang="en-US" dirty="0" smtClean="0"/>
            </a:br>
            <a:r>
              <a:rPr lang="en-US" dirty="0" smtClean="0"/>
              <a:t>two lines maximum</a:t>
            </a:r>
            <a:endParaRPr lang="en-GB" noProof="0" dirty="0" smtClean="0"/>
          </a:p>
        </p:txBody>
      </p:sp>
    </p:spTree>
    <p:extLst>
      <p:ext uri="{BB962C8B-B14F-4D97-AF65-F5344CB8AC3E}">
        <p14:creationId xmlns:p14="http://schemas.microsoft.com/office/powerpoint/2010/main" val="2836792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secHead" preserve="1">
  <p:cSld name="Blue Divider Slide">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80" y="1460400"/>
            <a:ext cx="10436059" cy="1702205"/>
          </a:xfrm>
        </p:spPr>
        <p:txBody>
          <a:bodyPr anchor="t"/>
          <a:lstStyle>
            <a:lvl1pPr algn="l">
              <a:defRPr sz="4400" b="0" cap="all" baseline="0">
                <a:solidFill>
                  <a:schemeClr val="bg1"/>
                </a:solidFill>
              </a:defRPr>
            </a:lvl1pPr>
          </a:lstStyle>
          <a:p>
            <a:r>
              <a:rPr lang="en-US" dirty="0" smtClean="0"/>
              <a:t>Click to edit SLIDE DIVIDER TEXT</a:t>
            </a:r>
            <a:endParaRPr lang="en-GB" dirty="0"/>
          </a:p>
        </p:txBody>
      </p:sp>
      <p:sp>
        <p:nvSpPr>
          <p:cNvPr id="3" name="Text Placeholder 2"/>
          <p:cNvSpPr>
            <a:spLocks noGrp="1"/>
          </p:cNvSpPr>
          <p:nvPr>
            <p:ph type="body" idx="1" hasCustomPrompt="1"/>
          </p:nvPr>
        </p:nvSpPr>
        <p:spPr>
          <a:xfrm>
            <a:off x="490181" y="406401"/>
            <a:ext cx="9942654" cy="577849"/>
          </a:xfrm>
        </p:spPr>
        <p:txBody>
          <a:bodyPr anchor="b"/>
          <a:lstStyle>
            <a:lvl1pPr marL="0" indent="0">
              <a:buNone/>
              <a:defRPr sz="2000" cap="all" baseline="0">
                <a:solidFill>
                  <a:schemeClr val="bg1"/>
                </a:solidFill>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PRESENTATION RUNNING HEAD</a:t>
            </a:r>
          </a:p>
        </p:txBody>
      </p:sp>
      <p:sp>
        <p:nvSpPr>
          <p:cNvPr id="4" name="Rectangle 3"/>
          <p:cNvSpPr/>
          <p:nvPr userDrawn="1"/>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5" name="Rectangle 4"/>
          <p:cNvSpPr/>
          <p:nvPr userDrawn="1"/>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Tree>
    <p:extLst>
      <p:ext uri="{BB962C8B-B14F-4D97-AF65-F5344CB8AC3E}">
        <p14:creationId xmlns:p14="http://schemas.microsoft.com/office/powerpoint/2010/main" val="3374353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secHead" preserve="1">
  <p:cSld name="Orange Divider Slide">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80" y="1460401"/>
            <a:ext cx="10436060" cy="1702206"/>
          </a:xfrm>
        </p:spPr>
        <p:txBody>
          <a:bodyPr anchor="t"/>
          <a:lstStyle>
            <a:lvl1pPr algn="l">
              <a:defRPr sz="4400" b="0" cap="all" baseline="0">
                <a:solidFill>
                  <a:schemeClr val="bg1"/>
                </a:solidFill>
              </a:defRPr>
            </a:lvl1pPr>
          </a:lstStyle>
          <a:p>
            <a:r>
              <a:rPr lang="en-US" dirty="0" smtClean="0"/>
              <a:t>Click to edit SLIDE DIVIDER TEXT</a:t>
            </a:r>
            <a:endParaRPr lang="en-GB" dirty="0"/>
          </a:p>
        </p:txBody>
      </p:sp>
      <p:sp>
        <p:nvSpPr>
          <p:cNvPr id="3" name="Text Placeholder 2"/>
          <p:cNvSpPr>
            <a:spLocks noGrp="1"/>
          </p:cNvSpPr>
          <p:nvPr>
            <p:ph type="body" idx="1" hasCustomPrompt="1"/>
          </p:nvPr>
        </p:nvSpPr>
        <p:spPr>
          <a:xfrm>
            <a:off x="490181" y="406401"/>
            <a:ext cx="9942654" cy="577849"/>
          </a:xfrm>
        </p:spPr>
        <p:txBody>
          <a:bodyPr anchor="b"/>
          <a:lstStyle>
            <a:lvl1pPr marL="0" indent="0">
              <a:buNone/>
              <a:defRPr sz="2000" cap="all" baseline="0">
                <a:solidFill>
                  <a:schemeClr val="bg1"/>
                </a:solidFill>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PRESENTATION RUNNING HEAD</a:t>
            </a:r>
          </a:p>
        </p:txBody>
      </p:sp>
      <p:sp>
        <p:nvSpPr>
          <p:cNvPr id="4" name="Rectangle 3"/>
          <p:cNvSpPr/>
          <p:nvPr userDrawn="1"/>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5" name="Rectangle 4"/>
          <p:cNvSpPr/>
          <p:nvPr userDrawn="1"/>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Tree>
    <p:extLst>
      <p:ext uri="{BB962C8B-B14F-4D97-AF65-F5344CB8AC3E}">
        <p14:creationId xmlns:p14="http://schemas.microsoft.com/office/powerpoint/2010/main" val="4107788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solidFill>
              </a:defRPr>
            </a:lvl1pPr>
          </a:lstStyle>
          <a:p>
            <a:r>
              <a:rPr lang="en-US" dirty="0" smtClean="0"/>
              <a:t>CLICK TO EDIT MASTER TITLE STYLE</a:t>
            </a:r>
            <a:endParaRPr lang="en-GB" dirty="0"/>
          </a:p>
        </p:txBody>
      </p:sp>
    </p:spTree>
    <p:extLst>
      <p:ext uri="{BB962C8B-B14F-4D97-AF65-F5344CB8AC3E}">
        <p14:creationId xmlns:p14="http://schemas.microsoft.com/office/powerpoint/2010/main" val="3778564941"/>
      </p:ext>
    </p:extLst>
  </p:cSld>
  <p:clrMapOvr>
    <a:masterClrMapping/>
  </p:clrMapOvr>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 Lines Cove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r="3440" b="23084"/>
          <a:stretch/>
        </p:blipFill>
        <p:spPr>
          <a:xfrm>
            <a:off x="4815840" y="3237924"/>
            <a:ext cx="7376160" cy="3620076"/>
          </a:xfrm>
          <a:prstGeom prst="rect">
            <a:avLst/>
          </a:prstGeom>
        </p:spPr>
      </p:pic>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2222" r="5621"/>
          <a:stretch/>
        </p:blipFill>
        <p:spPr>
          <a:xfrm>
            <a:off x="0" y="2185416"/>
            <a:ext cx="12192000" cy="3845977"/>
          </a:xfrm>
          <a:prstGeom prst="rect">
            <a:avLst/>
          </a:prstGeom>
        </p:spPr>
      </p:pic>
      <p:sp>
        <p:nvSpPr>
          <p:cNvPr id="22" name="Text Placeholder 35"/>
          <p:cNvSpPr>
            <a:spLocks noGrp="1"/>
          </p:cNvSpPr>
          <p:nvPr>
            <p:ph type="body" sz="quarter" idx="11" hasCustomPrompt="1"/>
          </p:nvPr>
        </p:nvSpPr>
        <p:spPr>
          <a:xfrm>
            <a:off x="727910" y="2855157"/>
            <a:ext cx="5925346" cy="181244"/>
          </a:xfrm>
          <a:prstGeom prst="rect">
            <a:avLst/>
          </a:prstGeom>
        </p:spPr>
        <p:txBody>
          <a:bodyPr lIns="0" tIns="0" rIns="0" bIns="0">
            <a:noAutofit/>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200" cap="all" baseline="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en-US" dirty="0" smtClean="0"/>
              <a:t>Short Subhead all caps (12pt regular) optional</a:t>
            </a:r>
            <a:endParaRPr lang="ar-SA" dirty="0" smtClean="0"/>
          </a:p>
        </p:txBody>
      </p:sp>
      <p:sp>
        <p:nvSpPr>
          <p:cNvPr id="27" name="Text Placeholder 26"/>
          <p:cNvSpPr>
            <a:spLocks noGrp="1"/>
          </p:cNvSpPr>
          <p:nvPr>
            <p:ph type="body" sz="quarter" idx="18" hasCustomPrompt="1"/>
          </p:nvPr>
        </p:nvSpPr>
        <p:spPr>
          <a:xfrm>
            <a:off x="727911" y="3881481"/>
            <a:ext cx="5925345" cy="171730"/>
          </a:xfrm>
        </p:spPr>
        <p:txBody>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000" cap="all" baseline="0">
                <a:solidFill>
                  <a:schemeClr val="accent4"/>
                </a:solidFill>
              </a:defRPr>
            </a:lvl1pPr>
          </a:lstStyle>
          <a:p>
            <a:pPr marL="0" marR="0" lvl="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a:pPr>
            <a:r>
              <a:rPr lang="en-US" dirty="0" smtClean="0"/>
              <a:t>Confidential marks all caps (10pt light)</a:t>
            </a:r>
          </a:p>
        </p:txBody>
      </p:sp>
      <p:sp>
        <p:nvSpPr>
          <p:cNvPr id="26" name="Text Placeholder 5"/>
          <p:cNvSpPr>
            <a:spLocks noGrp="1"/>
          </p:cNvSpPr>
          <p:nvPr>
            <p:ph type="body" sz="quarter" idx="15" hasCustomPrompt="1"/>
          </p:nvPr>
        </p:nvSpPr>
        <p:spPr>
          <a:xfrm>
            <a:off x="727762" y="3423350"/>
            <a:ext cx="5925495" cy="446795"/>
          </a:xfrm>
        </p:spPr>
        <p:txBody>
          <a:bodyPr vert="horz" wrap="square" lIns="0" tIns="0" rIns="0" bIns="0" rtlCol="0">
            <a:noAutofit/>
          </a:bodyPr>
          <a:lstStyle>
            <a:lvl1pPr algn="l" rtl="0">
              <a:defRPr lang="en-US" sz="1000" dirty="0">
                <a:solidFill>
                  <a:schemeClr val="tx1"/>
                </a:solidFill>
                <a:latin typeface="+mn-lt"/>
                <a:cs typeface="SABIC Typeface Text Light" panose="020B0303060202020204" pitchFamily="34" charset="0"/>
              </a:defRPr>
            </a:lvl1pPr>
          </a:lstStyle>
          <a:p>
            <a:pPr lvl="0"/>
            <a:r>
              <a:rPr lang="en-US" dirty="0" smtClean="0"/>
              <a:t>Author’s Name (10pt light)</a:t>
            </a:r>
            <a:br>
              <a:rPr lang="en-US" dirty="0" smtClean="0"/>
            </a:br>
            <a:r>
              <a:rPr lang="en-US" dirty="0" smtClean="0"/>
              <a:t>Event, City, Country, Month XX, Year (10pt light)</a:t>
            </a:r>
          </a:p>
        </p:txBody>
      </p:sp>
      <p:pic>
        <p:nvPicPr>
          <p:cNvPr id="24" name="Picture 2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20" name="Picture 1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2" name="Title 1"/>
          <p:cNvSpPr>
            <a:spLocks noGrp="1"/>
          </p:cNvSpPr>
          <p:nvPr>
            <p:ph type="title" hasCustomPrompt="1"/>
          </p:nvPr>
        </p:nvSpPr>
        <p:spPr>
          <a:xfrm>
            <a:off x="731520" y="1673352"/>
            <a:ext cx="8961120" cy="1097280"/>
          </a:xfrm>
        </p:spPr>
        <p:txBody>
          <a:bodyPr/>
          <a:lstStyle>
            <a:lvl1pPr>
              <a:defRPr sz="3600">
                <a:solidFill>
                  <a:schemeClr val="accent5"/>
                </a:solidFill>
              </a:defRPr>
            </a:lvl1pPr>
          </a:lstStyle>
          <a:p>
            <a:pPr lvl="0"/>
            <a:r>
              <a:rPr lang="en-US" dirty="0" smtClean="0"/>
              <a:t>headline all caps (36pt light) </a:t>
            </a:r>
            <a:br>
              <a:rPr lang="en-US" dirty="0" smtClean="0"/>
            </a:br>
            <a:r>
              <a:rPr lang="en-US" dirty="0" smtClean="0"/>
              <a:t>two lines maximum</a:t>
            </a:r>
            <a:endParaRPr lang="en-US" dirty="0"/>
          </a:p>
        </p:txBody>
      </p:sp>
    </p:spTree>
    <p:extLst>
      <p:ext uri="{BB962C8B-B14F-4D97-AF65-F5344CB8AC3E}">
        <p14:creationId xmlns:p14="http://schemas.microsoft.com/office/powerpoint/2010/main" val="1287592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 Lines Cove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r="16532" b="12018"/>
          <a:stretch/>
        </p:blipFill>
        <p:spPr>
          <a:xfrm>
            <a:off x="9204960" y="3527036"/>
            <a:ext cx="2987040" cy="3330964"/>
          </a:xfrm>
          <a:prstGeom prst="rect">
            <a:avLst/>
          </a:prstGeom>
        </p:spPr>
      </p:pic>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r="10044" b="21432"/>
          <a:stretch/>
        </p:blipFill>
        <p:spPr>
          <a:xfrm>
            <a:off x="2255520" y="1746504"/>
            <a:ext cx="9936480" cy="5111496"/>
          </a:xfrm>
          <a:prstGeom prst="rect">
            <a:avLst/>
          </a:prstGeom>
        </p:spPr>
      </p:pic>
      <p:sp>
        <p:nvSpPr>
          <p:cNvPr id="22" name="Text Placeholder 35"/>
          <p:cNvSpPr>
            <a:spLocks noGrp="1"/>
          </p:cNvSpPr>
          <p:nvPr>
            <p:ph type="body" sz="quarter" idx="11" hasCustomPrompt="1"/>
          </p:nvPr>
        </p:nvSpPr>
        <p:spPr>
          <a:xfrm>
            <a:off x="727910" y="3406565"/>
            <a:ext cx="5925346" cy="181244"/>
          </a:xfrm>
          <a:prstGeom prst="rect">
            <a:avLst/>
          </a:prstGeom>
        </p:spPr>
        <p:txBody>
          <a:bodyPr lIns="0" tIns="0" rIns="0" bIns="0">
            <a:noAutofit/>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200" cap="all" baseline="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en-US" dirty="0" smtClean="0"/>
              <a:t>Short Subhead all caps (12pt regular) optional</a:t>
            </a:r>
            <a:endParaRPr lang="ar-SA" dirty="0" smtClean="0"/>
          </a:p>
        </p:txBody>
      </p:sp>
      <p:sp>
        <p:nvSpPr>
          <p:cNvPr id="27" name="Text Placeholder 26"/>
          <p:cNvSpPr>
            <a:spLocks noGrp="1"/>
          </p:cNvSpPr>
          <p:nvPr>
            <p:ph type="body" sz="quarter" idx="18" hasCustomPrompt="1"/>
          </p:nvPr>
        </p:nvSpPr>
        <p:spPr>
          <a:xfrm>
            <a:off x="727911" y="4432889"/>
            <a:ext cx="5925345" cy="171730"/>
          </a:xfrm>
        </p:spPr>
        <p:txBody>
          <a:bodyPr/>
          <a:lstStyle>
            <a:lvl1pPr marL="0" marR="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sz="1000" cap="all" baseline="0">
                <a:solidFill>
                  <a:schemeClr val="accent4"/>
                </a:solidFill>
              </a:defRPr>
            </a:lvl1pPr>
          </a:lstStyle>
          <a:p>
            <a:pPr marL="0" marR="0" lvl="0" indent="0" algn="l" defTabSz="1160922" rtl="0" eaLnBrk="1" fontAlgn="base" latinLnBrk="0" hangingPunct="1">
              <a:lnSpc>
                <a:spcPct val="100000"/>
              </a:lnSpc>
              <a:spcBef>
                <a:spcPct val="0"/>
              </a:spcBef>
              <a:spcAft>
                <a:spcPct val="0"/>
              </a:spcAft>
              <a:buClr>
                <a:schemeClr val="tx1"/>
              </a:buClr>
              <a:buSzTx/>
              <a:buFont typeface="Arial" pitchFamily="34" charset="0"/>
              <a:buNone/>
              <a:tabLst/>
              <a:defRPr/>
            </a:pPr>
            <a:r>
              <a:rPr lang="en-US" dirty="0" smtClean="0"/>
              <a:t>Confidential marks all caps (10pt light)</a:t>
            </a:r>
          </a:p>
        </p:txBody>
      </p:sp>
      <p:sp>
        <p:nvSpPr>
          <p:cNvPr id="26" name="Text Placeholder 5"/>
          <p:cNvSpPr>
            <a:spLocks noGrp="1"/>
          </p:cNvSpPr>
          <p:nvPr>
            <p:ph type="body" sz="quarter" idx="15" hasCustomPrompt="1"/>
          </p:nvPr>
        </p:nvSpPr>
        <p:spPr>
          <a:xfrm>
            <a:off x="727762" y="3974758"/>
            <a:ext cx="5925495" cy="446795"/>
          </a:xfrm>
        </p:spPr>
        <p:txBody>
          <a:bodyPr vert="horz" wrap="square" lIns="0" tIns="0" rIns="0" bIns="0" rtlCol="0">
            <a:noAutofit/>
          </a:bodyPr>
          <a:lstStyle>
            <a:lvl1pPr algn="l" rtl="0">
              <a:defRPr lang="en-US" sz="1000" dirty="0">
                <a:solidFill>
                  <a:schemeClr val="tx1"/>
                </a:solidFill>
                <a:latin typeface="+mn-lt"/>
                <a:cs typeface="SABIC Typeface Text Light" panose="020B0303060202020204" pitchFamily="34" charset="0"/>
              </a:defRPr>
            </a:lvl1pPr>
          </a:lstStyle>
          <a:p>
            <a:pPr lvl="0"/>
            <a:r>
              <a:rPr lang="en-US" dirty="0" smtClean="0"/>
              <a:t>Author’s Name (10pt light)</a:t>
            </a:r>
            <a:br>
              <a:rPr lang="en-US" dirty="0" smtClean="0"/>
            </a:br>
            <a:r>
              <a:rPr lang="en-US" dirty="0" smtClean="0"/>
              <a:t>Event, City, Country, Month XX, Year (10pt light)</a:t>
            </a:r>
          </a:p>
        </p:txBody>
      </p:sp>
      <p:pic>
        <p:nvPicPr>
          <p:cNvPr id="24" name="Picture 2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25" name="Picture 2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2" name="Title 1"/>
          <p:cNvSpPr>
            <a:spLocks noGrp="1"/>
          </p:cNvSpPr>
          <p:nvPr>
            <p:ph type="title" hasCustomPrompt="1"/>
          </p:nvPr>
        </p:nvSpPr>
        <p:spPr>
          <a:xfrm>
            <a:off x="727910" y="1673351"/>
            <a:ext cx="8961120" cy="1647830"/>
          </a:xfrm>
        </p:spPr>
        <p:txBody>
          <a:bodyPr/>
          <a:lstStyle>
            <a:lvl1pPr>
              <a:defRPr lang="en-US" sz="3600" b="0" cap="all" baseline="0" dirty="0">
                <a:solidFill>
                  <a:schemeClr val="accent5"/>
                </a:solidFill>
                <a:latin typeface="+mj-lt"/>
                <a:ea typeface="+mn-ea"/>
                <a:cs typeface="+mn-cs"/>
              </a:defRPr>
            </a:lvl1pPr>
          </a:lstStyle>
          <a:p>
            <a:pPr lvl="0"/>
            <a:r>
              <a:rPr lang="en-US" dirty="0" smtClean="0"/>
              <a:t>Document headline</a:t>
            </a:r>
            <a:br>
              <a:rPr lang="en-US" dirty="0" smtClean="0"/>
            </a:br>
            <a:r>
              <a:rPr lang="en-US" dirty="0" smtClean="0"/>
              <a:t>all caps (36pt light) </a:t>
            </a:r>
            <a:br>
              <a:rPr lang="en-US" dirty="0" smtClean="0"/>
            </a:br>
            <a:r>
              <a:rPr lang="en-US" dirty="0" smtClean="0"/>
              <a:t>three lines maximum</a:t>
            </a:r>
          </a:p>
        </p:txBody>
      </p:sp>
    </p:spTree>
    <p:extLst>
      <p:ext uri="{BB962C8B-B14F-4D97-AF65-F5344CB8AC3E}">
        <p14:creationId xmlns:p14="http://schemas.microsoft.com/office/powerpoint/2010/main" val="1808171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 Lines Cover AR">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3600" b="22681"/>
          <a:stretch/>
        </p:blipFill>
        <p:spPr>
          <a:xfrm>
            <a:off x="0" y="3355675"/>
            <a:ext cx="7181734" cy="3502326"/>
          </a:xfrm>
          <a:prstGeom prst="rect">
            <a:avLst/>
          </a:prstGeom>
        </p:spPr>
      </p:pic>
      <p:pic>
        <p:nvPicPr>
          <p:cNvPr id="15" name="Picture 14"/>
          <p:cNvPicPr>
            <a:picLocks noChangeAspect="1"/>
          </p:cNvPicPr>
          <p:nvPr userDrawn="1"/>
        </p:nvPicPr>
        <p:blipFill rotWithShape="1">
          <a:blip r:embed="rId3">
            <a:extLst>
              <a:ext uri="{28A0092B-C50C-407E-A947-70E740481C1C}">
                <a14:useLocalDpi xmlns:a14="http://schemas.microsoft.com/office/drawing/2010/main" val="0"/>
              </a:ext>
            </a:extLst>
          </a:blip>
          <a:srcRect l="5778" r="2298"/>
          <a:stretch/>
        </p:blipFill>
        <p:spPr>
          <a:xfrm>
            <a:off x="0" y="2266949"/>
            <a:ext cx="12192000" cy="3861067"/>
          </a:xfrm>
          <a:prstGeom prst="rect">
            <a:avLst/>
          </a:prstGeom>
        </p:spPr>
      </p:pic>
      <p:sp>
        <p:nvSpPr>
          <p:cNvPr id="36" name="Text Placeholder 35"/>
          <p:cNvSpPr>
            <a:spLocks noGrp="1"/>
          </p:cNvSpPr>
          <p:nvPr>
            <p:ph type="body" sz="quarter" idx="11" hasCustomPrompt="1"/>
          </p:nvPr>
        </p:nvSpPr>
        <p:spPr>
          <a:xfrm>
            <a:off x="5585181" y="3136599"/>
            <a:ext cx="5897725" cy="219075"/>
          </a:xfrm>
          <a:prstGeom prst="rect">
            <a:avLst/>
          </a:prstGeom>
        </p:spPr>
        <p:txBody>
          <a:bodyPr lIns="0" tIns="0" rIns="0" bIns="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200" b="0" cap="all" baseline="0" dirty="0" smtClean="0">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ar-SA" dirty="0" smtClean="0"/>
              <a:t>عنوان فرعي مختصر، اختياري، حجم الخط 12عادي</a:t>
            </a:r>
            <a:endParaRPr lang="en-US" dirty="0" smtClean="0"/>
          </a:p>
        </p:txBody>
      </p:sp>
      <p:sp>
        <p:nvSpPr>
          <p:cNvPr id="42" name="Text Placeholder 41"/>
          <p:cNvSpPr>
            <a:spLocks noGrp="1"/>
          </p:cNvSpPr>
          <p:nvPr>
            <p:ph type="body" sz="quarter" idx="18" hasCustomPrompt="1"/>
          </p:nvPr>
        </p:nvSpPr>
        <p:spPr>
          <a:xfrm>
            <a:off x="5585181" y="4142232"/>
            <a:ext cx="5897725" cy="164592"/>
          </a:xfrm>
        </p:spPr>
        <p:txBody>
          <a:bodyPr/>
          <a:lstStyle>
            <a:lvl1pPr algn="r" rtl="1">
              <a:defRPr sz="1000" baseline="0">
                <a:solidFill>
                  <a:schemeClr val="accent4"/>
                </a:solidFill>
                <a:latin typeface="SABIC Typeface Text Light" panose="020B0303060202020204" pitchFamily="34" charset="0"/>
                <a:cs typeface="+mn-cs"/>
              </a:defRPr>
            </a:lvl1pPr>
          </a:lstStyle>
          <a:p>
            <a:pPr lvl="0"/>
            <a:r>
              <a:rPr lang="ar-SA" dirty="0" smtClean="0"/>
              <a:t>تعليمات السرّية، حجم الخط 10خفيف</a:t>
            </a:r>
            <a:endParaRPr lang="en-US" dirty="0" smtClean="0"/>
          </a:p>
        </p:txBody>
      </p:sp>
      <p:sp>
        <p:nvSpPr>
          <p:cNvPr id="18" name="Text Placeholder 5"/>
          <p:cNvSpPr>
            <a:spLocks noGrp="1"/>
          </p:cNvSpPr>
          <p:nvPr>
            <p:ph type="body" sz="quarter" idx="15" hasCustomPrompt="1"/>
          </p:nvPr>
        </p:nvSpPr>
        <p:spPr>
          <a:xfrm>
            <a:off x="5585181" y="3684944"/>
            <a:ext cx="5896797" cy="446795"/>
          </a:xfrm>
        </p:spPr>
        <p:txBody>
          <a:bodyPr vert="horz" wrap="square" lIns="0" tIns="0" rIns="0" bIns="0" rtlCol="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000" baseline="0">
                <a:solidFill>
                  <a:schemeClr val="tx1"/>
                </a:solidFill>
                <a:latin typeface="SABIC Typeface Text Light" panose="020B0303060202020204" pitchFamily="34" charset="0"/>
                <a:cs typeface="+mn-cs"/>
              </a:defRPr>
            </a:lvl1pPr>
          </a:lstStyle>
          <a:p>
            <a:pPr lvl="0"/>
            <a:r>
              <a:rPr lang="ar-SA" dirty="0" smtClean="0"/>
              <a:t>اسم المؤلف، حجم الخط 10خفيف</a:t>
            </a:r>
            <a:br>
              <a:rPr lang="ar-SA" dirty="0" smtClean="0"/>
            </a:br>
            <a:r>
              <a:rPr lang="ar-SA" dirty="0" smtClean="0"/>
              <a:t>اسم المناسبة، المدينة، الدولة، الشهر، السنة، حجم الخط 10خفيف</a:t>
            </a:r>
            <a:endParaRPr lang="en-US" dirty="0" smtClean="0"/>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30" name="Picture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3646" y="631499"/>
            <a:ext cx="2058802" cy="414723"/>
          </a:xfrm>
          <a:prstGeom prst="rect">
            <a:avLst/>
          </a:prstGeom>
        </p:spPr>
      </p:pic>
      <p:sp>
        <p:nvSpPr>
          <p:cNvPr id="2" name="Title 1"/>
          <p:cNvSpPr>
            <a:spLocks noGrp="1"/>
          </p:cNvSpPr>
          <p:nvPr>
            <p:ph type="title" hasCustomPrompt="1"/>
          </p:nvPr>
        </p:nvSpPr>
        <p:spPr>
          <a:xfrm>
            <a:off x="2511552" y="1669660"/>
            <a:ext cx="8970426" cy="1317052"/>
          </a:xfrm>
        </p:spPr>
        <p:txBody>
          <a:bodyPr/>
          <a:lstStyle>
            <a:lvl1pPr algn="r" rtl="1">
              <a:lnSpc>
                <a:spcPct val="120000"/>
              </a:lnSpc>
              <a:defRPr lang="en-US" sz="3600" b="0" cap="all" baseline="0" dirty="0">
                <a:solidFill>
                  <a:schemeClr val="accent5"/>
                </a:solidFill>
                <a:latin typeface="SABIC Typeface Headline Light" panose="020B0303060202020204" pitchFamily="34" charset="0"/>
                <a:ea typeface="+mn-ea"/>
                <a:cs typeface="+mj-cs"/>
              </a:defRPr>
            </a:lvl1pPr>
          </a:lstStyle>
          <a:p>
            <a:pPr lvl="0"/>
            <a:r>
              <a:rPr lang="ar-SA" dirty="0" smtClean="0"/>
              <a:t>العنوان الرئيس، سطرين كحد أقصى، </a:t>
            </a:r>
            <a:br>
              <a:rPr lang="ar-SA" dirty="0" smtClean="0"/>
            </a:br>
            <a:r>
              <a:rPr lang="ar-SA" dirty="0" smtClean="0"/>
              <a:t>حجم الخط 36خفيف</a:t>
            </a:r>
            <a:endParaRPr lang="en-US" dirty="0"/>
          </a:p>
        </p:txBody>
      </p:sp>
    </p:spTree>
    <p:extLst>
      <p:ext uri="{BB962C8B-B14F-4D97-AF65-F5344CB8AC3E}">
        <p14:creationId xmlns:p14="http://schemas.microsoft.com/office/powerpoint/2010/main" val="38647248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 Lines Cover AR">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16532" b="12327"/>
          <a:stretch/>
        </p:blipFill>
        <p:spPr>
          <a:xfrm>
            <a:off x="0" y="3538728"/>
            <a:ext cx="2987040" cy="3319272"/>
          </a:xfrm>
          <a:prstGeom prst="rect">
            <a:avLst/>
          </a:prstGeom>
        </p:spPr>
      </p:pic>
      <p:pic>
        <p:nvPicPr>
          <p:cNvPr id="15" name="Picture 14"/>
          <p:cNvPicPr>
            <a:picLocks noChangeAspect="1"/>
          </p:cNvPicPr>
          <p:nvPr userDrawn="1"/>
        </p:nvPicPr>
        <p:blipFill rotWithShape="1">
          <a:blip r:embed="rId3">
            <a:extLst>
              <a:ext uri="{28A0092B-C50C-407E-A947-70E740481C1C}">
                <a14:useLocalDpi xmlns:a14="http://schemas.microsoft.com/office/drawing/2010/main" val="0"/>
              </a:ext>
            </a:extLst>
          </a:blip>
          <a:srcRect l="9997" b="21867"/>
          <a:stretch/>
        </p:blipFill>
        <p:spPr>
          <a:xfrm>
            <a:off x="0" y="1728370"/>
            <a:ext cx="10411968" cy="5129630"/>
          </a:xfrm>
          <a:prstGeom prst="rect">
            <a:avLst/>
          </a:prstGeom>
        </p:spPr>
      </p:pic>
      <p:sp>
        <p:nvSpPr>
          <p:cNvPr id="36" name="Text Placeholder 35"/>
          <p:cNvSpPr>
            <a:spLocks noGrp="1"/>
          </p:cNvSpPr>
          <p:nvPr>
            <p:ph type="body" sz="quarter" idx="11" hasCustomPrompt="1"/>
          </p:nvPr>
        </p:nvSpPr>
        <p:spPr>
          <a:xfrm>
            <a:off x="5585181" y="3798659"/>
            <a:ext cx="5897725" cy="219075"/>
          </a:xfrm>
          <a:prstGeom prst="rect">
            <a:avLst/>
          </a:prstGeom>
        </p:spPr>
        <p:txBody>
          <a:bodyPr lIns="0" tIns="0" rIns="0" bIns="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200" cap="all" baseline="0" dirty="0" smtClean="0">
                <a:solidFill>
                  <a:schemeClr val="tx1"/>
                </a:solidFill>
                <a:latin typeface="SABIC Typeface Headline" panose="020B0603060202020204" pitchFamily="34" charset="0"/>
                <a:cs typeface="SABIC Typeface Headline" panose="020B0603060202020204" pitchFamily="34" charset="0"/>
              </a:defRPr>
            </a:lvl1pPr>
            <a:lvl2pPr>
              <a:defRPr sz="1143" cap="all" baseline="0">
                <a:solidFill>
                  <a:schemeClr val="tx1"/>
                </a:solidFill>
              </a:defRPr>
            </a:lvl2pPr>
            <a:lvl3pPr>
              <a:defRPr sz="1143" cap="all" baseline="0">
                <a:solidFill>
                  <a:schemeClr val="tx1"/>
                </a:solidFill>
              </a:defRPr>
            </a:lvl3pPr>
            <a:lvl4pPr>
              <a:defRPr sz="1143" cap="all" baseline="0">
                <a:solidFill>
                  <a:schemeClr val="tx1"/>
                </a:solidFill>
              </a:defRPr>
            </a:lvl4pPr>
            <a:lvl5pPr>
              <a:defRPr sz="1143" cap="all" baseline="0">
                <a:solidFill>
                  <a:schemeClr val="tx1"/>
                </a:solidFill>
              </a:defRPr>
            </a:lvl5pPr>
          </a:lstStyle>
          <a:p>
            <a:pPr lvl="0"/>
            <a:r>
              <a:rPr lang="ar-SA" dirty="0" smtClean="0"/>
              <a:t>عنوان فرعي مختصر، اختياري، حجم الخط 12عادي</a:t>
            </a:r>
            <a:endParaRPr lang="en-US" dirty="0" smtClean="0"/>
          </a:p>
        </p:txBody>
      </p:sp>
      <p:sp>
        <p:nvSpPr>
          <p:cNvPr id="42" name="Text Placeholder 41"/>
          <p:cNvSpPr>
            <a:spLocks noGrp="1"/>
          </p:cNvSpPr>
          <p:nvPr>
            <p:ph type="body" sz="quarter" idx="18" hasCustomPrompt="1"/>
          </p:nvPr>
        </p:nvSpPr>
        <p:spPr>
          <a:xfrm>
            <a:off x="5585181" y="4804292"/>
            <a:ext cx="5897725" cy="164592"/>
          </a:xfrm>
        </p:spPr>
        <p:txBody>
          <a:bodyPr/>
          <a:lstStyle>
            <a:lvl1pPr algn="r" rtl="1">
              <a:defRPr sz="1000" baseline="0">
                <a:solidFill>
                  <a:schemeClr val="accent4"/>
                </a:solidFill>
                <a:latin typeface="SABIC Typeface Text Light" panose="020B0303060202020204" pitchFamily="34" charset="0"/>
                <a:cs typeface="+mn-cs"/>
              </a:defRPr>
            </a:lvl1pPr>
          </a:lstStyle>
          <a:p>
            <a:pPr lvl="0"/>
            <a:r>
              <a:rPr lang="ar-SA" dirty="0" smtClean="0"/>
              <a:t>تعليمات السرّية، حجم الخط 10خفيف</a:t>
            </a:r>
            <a:endParaRPr lang="en-US" dirty="0" smtClean="0"/>
          </a:p>
        </p:txBody>
      </p:sp>
      <p:sp>
        <p:nvSpPr>
          <p:cNvPr id="18" name="Text Placeholder 5"/>
          <p:cNvSpPr>
            <a:spLocks noGrp="1"/>
          </p:cNvSpPr>
          <p:nvPr>
            <p:ph type="body" sz="quarter" idx="15" hasCustomPrompt="1"/>
          </p:nvPr>
        </p:nvSpPr>
        <p:spPr>
          <a:xfrm>
            <a:off x="5585181" y="4347004"/>
            <a:ext cx="5896797" cy="446795"/>
          </a:xfrm>
        </p:spPr>
        <p:txBody>
          <a:bodyPr vert="horz" wrap="square" lIns="0" tIns="0" rIns="0" bIns="0" rtlCol="0">
            <a:noAutofit/>
          </a:bodyPr>
          <a:lstStyle>
            <a:lvl1pPr marL="0" marR="0" indent="0" algn="r" defTabSz="1160922" rtl="1" eaLnBrk="1" fontAlgn="base" latinLnBrk="0" hangingPunct="1">
              <a:lnSpc>
                <a:spcPct val="100000"/>
              </a:lnSpc>
              <a:spcBef>
                <a:spcPct val="0"/>
              </a:spcBef>
              <a:spcAft>
                <a:spcPct val="0"/>
              </a:spcAft>
              <a:buClr>
                <a:schemeClr val="tx1"/>
              </a:buClr>
              <a:buSzTx/>
              <a:buFont typeface="Arial" pitchFamily="34" charset="0"/>
              <a:buNone/>
              <a:tabLst/>
              <a:defRPr lang="en-US" sz="1000" baseline="0">
                <a:solidFill>
                  <a:schemeClr val="tx1"/>
                </a:solidFill>
                <a:latin typeface="SABIC Typeface Text Light" panose="020B0303060202020204" pitchFamily="34" charset="0"/>
                <a:cs typeface="+mn-cs"/>
              </a:defRPr>
            </a:lvl1pPr>
          </a:lstStyle>
          <a:p>
            <a:pPr lvl="0"/>
            <a:r>
              <a:rPr lang="ar-SA" dirty="0" smtClean="0"/>
              <a:t>اسم المؤلف، حجم الخط 10خفيف</a:t>
            </a:r>
            <a:br>
              <a:rPr lang="ar-SA" dirty="0" smtClean="0"/>
            </a:br>
            <a:r>
              <a:rPr lang="ar-SA" dirty="0" smtClean="0"/>
              <a:t>اسم المناسبة، المدينة، الدولة، الشهر، السنة، حجم الخط 10خفيف</a:t>
            </a:r>
            <a:endParaRPr lang="en-US" dirty="0" smtClean="0"/>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30" name="Picture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3646" y="631499"/>
            <a:ext cx="2058802" cy="414723"/>
          </a:xfrm>
          <a:prstGeom prst="rect">
            <a:avLst/>
          </a:prstGeom>
        </p:spPr>
      </p:pic>
      <p:sp>
        <p:nvSpPr>
          <p:cNvPr id="2" name="Title 1"/>
          <p:cNvSpPr>
            <a:spLocks noGrp="1"/>
          </p:cNvSpPr>
          <p:nvPr>
            <p:ph type="title" hasCustomPrompt="1"/>
          </p:nvPr>
        </p:nvSpPr>
        <p:spPr>
          <a:xfrm>
            <a:off x="2511552" y="1669658"/>
            <a:ext cx="8970425" cy="1979115"/>
          </a:xfrm>
        </p:spPr>
        <p:txBody>
          <a:bodyPr/>
          <a:lstStyle>
            <a:lvl1pPr algn="r" rtl="1">
              <a:lnSpc>
                <a:spcPct val="120000"/>
              </a:lnSpc>
              <a:defRPr lang="en-US" sz="3600" b="0" cap="all" baseline="0" dirty="0">
                <a:solidFill>
                  <a:schemeClr val="accent5"/>
                </a:solidFill>
                <a:latin typeface="SABIC Typeface Headline Light" panose="020B0303060202020204" pitchFamily="34" charset="0"/>
                <a:ea typeface="+mn-ea"/>
                <a:cs typeface="+mj-cs"/>
              </a:defRPr>
            </a:lvl1pPr>
          </a:lstStyle>
          <a:p>
            <a:pPr lvl="0"/>
            <a:r>
              <a:rPr lang="ar-SA" dirty="0" smtClean="0"/>
              <a:t>العنوان الرئيس، </a:t>
            </a:r>
            <a:br>
              <a:rPr lang="ar-SA" dirty="0" smtClean="0"/>
            </a:br>
            <a:r>
              <a:rPr lang="ar-SA" dirty="0" smtClean="0"/>
              <a:t>ثلاثة أسطر كحد أقصى، </a:t>
            </a:r>
            <a:br>
              <a:rPr lang="ar-SA" dirty="0" smtClean="0"/>
            </a:br>
            <a:r>
              <a:rPr lang="ar-SA" dirty="0" smtClean="0"/>
              <a:t>حجم الخط 36خفيف</a:t>
            </a:r>
            <a:endParaRPr lang="en-US" dirty="0"/>
          </a:p>
        </p:txBody>
      </p:sp>
    </p:spTree>
    <p:extLst>
      <p:ext uri="{BB962C8B-B14F-4D97-AF65-F5344CB8AC3E}">
        <p14:creationId xmlns:p14="http://schemas.microsoft.com/office/powerpoint/2010/main" val="4270001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Blue Divider">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490179" y="406400"/>
            <a:ext cx="9942655" cy="577850"/>
          </a:xfrm>
          <a:prstGeom prst="rect">
            <a:avLst/>
          </a:prstGeom>
        </p:spPr>
        <p:txBody>
          <a:bodyPr lIns="0" tIns="0" rIns="0" bIns="0" anchor="b">
            <a:noAutofit/>
          </a:bodyPr>
          <a:lstStyle>
            <a:lvl1pPr rtl="0">
              <a:lnSpc>
                <a:spcPct val="100000"/>
              </a:lnSpc>
              <a:defRPr sz="2000" b="0" cap="all" baseline="0">
                <a:solidFill>
                  <a:schemeClr val="bg1"/>
                </a:solidFill>
                <a:latin typeface="+mj-lt"/>
              </a:defRPr>
            </a:lvl1pPr>
          </a:lstStyle>
          <a:p>
            <a:pPr>
              <a:buFontTx/>
            </a:pPr>
            <a:r>
              <a:rPr lang="en-US" dirty="0" smtClean="0"/>
              <a:t>Section divider subtitle (20PT light)</a:t>
            </a:r>
            <a:endParaRPr lang="en-GB" kern="0" dirty="0"/>
          </a:p>
        </p:txBody>
      </p:sp>
      <p:sp>
        <p:nvSpPr>
          <p:cNvPr id="14" name="Title 13"/>
          <p:cNvSpPr>
            <a:spLocks noGrp="1"/>
          </p:cNvSpPr>
          <p:nvPr>
            <p:ph type="title" hasCustomPrompt="1"/>
          </p:nvPr>
        </p:nvSpPr>
        <p:spPr>
          <a:xfrm>
            <a:off x="490180" y="1460401"/>
            <a:ext cx="10436060" cy="1645920"/>
          </a:xfrm>
        </p:spPr>
        <p:txBody>
          <a:bodyPr anchor="t"/>
          <a:lstStyle>
            <a:lvl1pPr>
              <a:lnSpc>
                <a:spcPct val="120000"/>
              </a:lnSpc>
              <a:defRPr sz="4400" cap="all" baseline="0">
                <a:solidFill>
                  <a:schemeClr val="bg1"/>
                </a:solidFill>
              </a:defRPr>
            </a:lvl1pPr>
          </a:lstStyle>
          <a:p>
            <a:pPr lvl="0"/>
            <a:r>
              <a:rPr lang="en-US" kern="0" dirty="0" smtClean="0"/>
              <a:t>Section divider</a:t>
            </a:r>
            <a:br>
              <a:rPr lang="en-US" kern="0" dirty="0" smtClean="0"/>
            </a:br>
            <a:r>
              <a:rPr lang="en-US" kern="0" dirty="0" smtClean="0"/>
              <a:t>Headline (44pt </a:t>
            </a:r>
            <a:r>
              <a:rPr lang="en-US" dirty="0" smtClean="0"/>
              <a:t>light</a:t>
            </a:r>
            <a:r>
              <a:rPr lang="en-US" kern="0" dirty="0" smtClean="0"/>
              <a:t>)</a:t>
            </a:r>
            <a:endParaRPr lang="en-US" dirty="0" smtClean="0"/>
          </a:p>
        </p:txBody>
      </p:sp>
      <p:sp>
        <p:nvSpPr>
          <p:cNvPr id="21"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Tree>
    <p:extLst>
      <p:ext uri="{BB962C8B-B14F-4D97-AF65-F5344CB8AC3E}">
        <p14:creationId xmlns:p14="http://schemas.microsoft.com/office/powerpoint/2010/main" val="2714599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Blue Divider Numbering">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490179" y="1460401"/>
            <a:ext cx="10436061" cy="1645920"/>
          </a:xfrm>
        </p:spPr>
        <p:txBody>
          <a:bodyPr anchor="t"/>
          <a:lstStyle>
            <a:lvl1pPr>
              <a:lnSpc>
                <a:spcPct val="120000"/>
              </a:lnSpc>
              <a:defRPr sz="4400" cap="all" baseline="0">
                <a:solidFill>
                  <a:schemeClr val="bg1"/>
                </a:solidFill>
              </a:defRPr>
            </a:lvl1pPr>
          </a:lstStyle>
          <a:p>
            <a:pPr lvl="0"/>
            <a:r>
              <a:rPr lang="en-US" dirty="0" smtClean="0"/>
              <a:t>Optional numbering </a:t>
            </a:r>
            <a:br>
              <a:rPr lang="en-US" dirty="0" smtClean="0"/>
            </a:br>
            <a:r>
              <a:rPr lang="en-US" dirty="0" smtClean="0"/>
              <a:t>system </a:t>
            </a:r>
            <a:r>
              <a:rPr lang="en-US" kern="0" dirty="0" smtClean="0"/>
              <a:t>(44pt </a:t>
            </a:r>
            <a:r>
              <a:rPr lang="en-US" dirty="0" smtClean="0"/>
              <a:t>light</a:t>
            </a:r>
            <a:r>
              <a:rPr lang="en-US" kern="0" dirty="0" smtClean="0"/>
              <a:t>)</a:t>
            </a:r>
            <a:endParaRPr lang="en-US" dirty="0" smtClean="0"/>
          </a:p>
        </p:txBody>
      </p:sp>
      <p:sp>
        <p:nvSpPr>
          <p:cNvPr id="9" name="Text Placeholder 2"/>
          <p:cNvSpPr>
            <a:spLocks noGrp="1"/>
          </p:cNvSpPr>
          <p:nvPr>
            <p:ph type="body" sz="quarter" idx="13" hasCustomPrompt="1"/>
          </p:nvPr>
        </p:nvSpPr>
        <p:spPr>
          <a:xfrm>
            <a:off x="490179" y="406400"/>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lvl="0"/>
            <a:r>
              <a:rPr lang="en-US" dirty="0" smtClean="0"/>
              <a:t>Section divider subtitle (20PT light)</a:t>
            </a:r>
          </a:p>
        </p:txBody>
      </p:sp>
      <p:sp>
        <p:nvSpPr>
          <p:cNvPr id="10" name="Text Placeholder 5"/>
          <p:cNvSpPr>
            <a:spLocks noGrp="1"/>
          </p:cNvSpPr>
          <p:nvPr>
            <p:ph type="body" sz="quarter" idx="14" hasCustomPrompt="1"/>
          </p:nvPr>
        </p:nvSpPr>
        <p:spPr>
          <a:xfrm>
            <a:off x="5863811" y="3211948"/>
            <a:ext cx="5869603" cy="3693319"/>
          </a:xfrm>
          <a:prstGeom prst="rect">
            <a:avLst/>
          </a:prstGeom>
        </p:spPr>
        <p:txBody>
          <a:bodyPr lIns="0" tIns="0" rIns="0" bIns="0">
            <a:noAutofit/>
          </a:bodyPr>
          <a:lstStyle>
            <a:lvl1pPr algn="r">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2"/>
                </a:solidFill>
                <a:latin typeface="+mn-lt"/>
              </a:rPr>
              <a:pPr algn="r" eaLnBrk="0" hangingPunct="0">
                <a:buFontTx/>
                <a:buNone/>
              </a:pPr>
              <a:t>‹#›</a:t>
            </a:fld>
            <a:endParaRPr lang="en-GB" sz="900" dirty="0">
              <a:solidFill>
                <a:schemeClr val="bg2"/>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2566356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Blue Divider AR">
    <p:bg>
      <p:bgPr>
        <a:gradFill flip="none" rotWithShape="1">
          <a:gsLst>
            <a:gs pos="90000">
              <a:srgbClr val="0047BB"/>
            </a:gs>
            <a:gs pos="10000">
              <a:schemeClr val="accent1"/>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1775291" y="406401"/>
            <a:ext cx="9942653" cy="577850"/>
          </a:xfrm>
          <a:prstGeom prst="rect">
            <a:avLst/>
          </a:prstGeom>
        </p:spPr>
        <p:txBody>
          <a:bodyPr lIns="0" tIns="0" rIns="0" bIns="0" anchor="b">
            <a:noAutofit/>
          </a:bodyPr>
          <a:lstStyle>
            <a:lvl1pPr algn="r" rtl="1">
              <a:lnSpc>
                <a:spcPct val="100000"/>
              </a:lnSpc>
              <a:defRPr sz="2000" b="0" cap="all" baseline="0">
                <a:solidFill>
                  <a:schemeClr val="bg1"/>
                </a:solidFill>
                <a:latin typeface="SABIC Typeface Headline Light" panose="020B0303060202020204" pitchFamily="34" charset="0"/>
                <a:cs typeface="+mj-cs"/>
              </a:defRPr>
            </a:lvl1pPr>
          </a:lstStyle>
          <a:p>
            <a:pPr>
              <a:buFontTx/>
            </a:pPr>
            <a:r>
              <a:rPr lang="ar-SA" dirty="0" smtClean="0"/>
              <a:t>عنوان فرعي للفاصل، حجم الخط 20خفيف</a:t>
            </a:r>
            <a:endParaRPr lang="en-US" kern="0" dirty="0" smtClean="0"/>
          </a:p>
        </p:txBody>
      </p:sp>
      <p:sp>
        <p:nvSpPr>
          <p:cNvPr id="21" name="Text Placeholder 7"/>
          <p:cNvSpPr>
            <a:spLocks noGrp="1"/>
          </p:cNvSpPr>
          <p:nvPr>
            <p:ph type="body" sz="quarter" idx="10" hasCustomPrompt="1"/>
          </p:nvPr>
        </p:nvSpPr>
        <p:spPr>
          <a:xfrm>
            <a:off x="1549791"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485715"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2" name="Title 1"/>
          <p:cNvSpPr>
            <a:spLocks noGrp="1"/>
          </p:cNvSpPr>
          <p:nvPr>
            <p:ph type="title" hasCustomPrompt="1"/>
          </p:nvPr>
        </p:nvSpPr>
        <p:spPr>
          <a:xfrm>
            <a:off x="1267744" y="1460401"/>
            <a:ext cx="10450200" cy="1645920"/>
          </a:xfrm>
        </p:spPr>
        <p:txBody>
          <a:bodyPr anchor="t"/>
          <a:lstStyle>
            <a:lvl1pPr algn="r" rtl="1">
              <a:lnSpc>
                <a:spcPct val="120000"/>
              </a:lnSpc>
              <a:defRPr sz="4400">
                <a:solidFill>
                  <a:schemeClr val="bg1"/>
                </a:solidFill>
              </a:defRPr>
            </a:lvl1pPr>
          </a:lstStyle>
          <a:p>
            <a:r>
              <a:rPr lang="ar-SA" kern="0" dirty="0" smtClean="0"/>
              <a:t>عنوان رئيس للفاصل</a:t>
            </a:r>
            <a:br>
              <a:rPr lang="ar-SA" kern="0" dirty="0" smtClean="0"/>
            </a:br>
            <a:r>
              <a:rPr lang="ar-SA" kern="0" dirty="0" smtClean="0"/>
              <a:t>حجم الخط 44</a:t>
            </a:r>
            <a:r>
              <a:rPr lang="ar-SA" dirty="0" smtClean="0"/>
              <a:t>خفيف</a:t>
            </a:r>
            <a:endParaRPr lang="en-US" dirty="0"/>
          </a:p>
        </p:txBody>
      </p:sp>
    </p:spTree>
    <p:extLst>
      <p:ext uri="{BB962C8B-B14F-4D97-AF65-F5344CB8AC3E}">
        <p14:creationId xmlns:p14="http://schemas.microsoft.com/office/powerpoint/2010/main" val="1816014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Blue Divider Numbering AR">
    <p:bg>
      <p:bgPr>
        <a:gradFill flip="none" rotWithShape="1">
          <a:gsLst>
            <a:gs pos="90000">
              <a:srgbClr val="0047BB"/>
            </a:gs>
            <a:gs pos="10000">
              <a:schemeClr val="accent1"/>
            </a:gs>
          </a:gsLst>
          <a:lin ang="0" scaled="1"/>
          <a:tileRect/>
        </a:gradFill>
        <a:effectLst/>
      </p:bgPr>
    </p:bg>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1267876" y="1460401"/>
            <a:ext cx="10440395" cy="1645919"/>
          </a:xfrm>
        </p:spPr>
        <p:txBody>
          <a:bodyPr anchor="t"/>
          <a:lstStyle>
            <a:lvl1pPr algn="r" rtl="1">
              <a:lnSpc>
                <a:spcPct val="120000"/>
              </a:lnSpc>
              <a:defRPr sz="4400" cap="all" baseline="0">
                <a:solidFill>
                  <a:schemeClr val="bg1"/>
                </a:solidFill>
                <a:latin typeface="SABIC Typeface Headline Light" panose="020B0303060202020204" pitchFamily="34" charset="0"/>
                <a:cs typeface="+mj-cs"/>
              </a:defRPr>
            </a:lvl1pPr>
          </a:lstStyle>
          <a:p>
            <a:pPr>
              <a:buFontTx/>
            </a:pPr>
            <a:r>
              <a:rPr lang="ar-SA" dirty="0" smtClean="0"/>
              <a:t>عنوان رئيس لفاصل مرقم</a:t>
            </a:r>
            <a:br>
              <a:rPr lang="ar-SA" dirty="0" smtClean="0"/>
            </a:br>
            <a:r>
              <a:rPr lang="ar-SA" dirty="0" smtClean="0"/>
              <a:t>حجم الخط 44خفيف</a:t>
            </a:r>
            <a:endParaRPr lang="en-US" kern="0" dirty="0" smtClean="0"/>
          </a:p>
        </p:txBody>
      </p:sp>
      <p:sp>
        <p:nvSpPr>
          <p:cNvPr id="9" name="Text Placeholder 2"/>
          <p:cNvSpPr>
            <a:spLocks noGrp="1"/>
          </p:cNvSpPr>
          <p:nvPr>
            <p:ph type="body" sz="quarter" idx="13" hasCustomPrompt="1"/>
          </p:nvPr>
        </p:nvSpPr>
        <p:spPr>
          <a:xfrm>
            <a:off x="1775292" y="406401"/>
            <a:ext cx="9932979"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sz="2000" b="0" cap="all" baseline="0">
                <a:solidFill>
                  <a:schemeClr val="bg1"/>
                </a:solidFill>
                <a:latin typeface="SABIC Typeface Headline Light" panose="020B0303060202020204" pitchFamily="34" charset="0"/>
                <a:cs typeface="+mj-cs"/>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marL="0" marR="0" lvl="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a:pPr>
            <a:r>
              <a:rPr lang="ar-SA" dirty="0" smtClean="0"/>
              <a:t>عنوان فرعي لفاصل مرقم، حجم الخط 20خفيف</a:t>
            </a:r>
            <a:endParaRPr lang="en-US" kern="0" dirty="0" smtClean="0"/>
          </a:p>
        </p:txBody>
      </p:sp>
      <p:sp>
        <p:nvSpPr>
          <p:cNvPr id="10" name="Text Placeholder 5"/>
          <p:cNvSpPr>
            <a:spLocks noGrp="1"/>
          </p:cNvSpPr>
          <p:nvPr>
            <p:ph type="body" sz="quarter" idx="14" hasCustomPrompt="1"/>
          </p:nvPr>
        </p:nvSpPr>
        <p:spPr>
          <a:xfrm>
            <a:off x="490180" y="3211948"/>
            <a:ext cx="5869603" cy="3693319"/>
          </a:xfrm>
          <a:prstGeom prst="rect">
            <a:avLst/>
          </a:prstGeom>
        </p:spPr>
        <p:txBody>
          <a:bodyPr lIns="0" tIns="0" rIns="0" bIns="0">
            <a:noAutofit/>
          </a:bodyPr>
          <a:lstStyle>
            <a:lvl1pPr algn="l">
              <a:defRPr sz="22000" b="0">
                <a:solidFill>
                  <a:schemeClr val="bg1"/>
                </a:solidFill>
                <a:cs typeface="+mn-cs"/>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485847"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1540116"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Tree>
    <p:extLst>
      <p:ext uri="{BB962C8B-B14F-4D97-AF65-F5344CB8AC3E}">
        <p14:creationId xmlns:p14="http://schemas.microsoft.com/office/powerpoint/2010/main" val="34024461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Orange Divider">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10" name="Title 9"/>
          <p:cNvSpPr>
            <a:spLocks noGrp="1"/>
          </p:cNvSpPr>
          <p:nvPr>
            <p:ph type="title" hasCustomPrompt="1"/>
          </p:nvPr>
        </p:nvSpPr>
        <p:spPr>
          <a:xfrm>
            <a:off x="490180" y="1460401"/>
            <a:ext cx="10436060" cy="1645920"/>
          </a:xfrm>
        </p:spPr>
        <p:txBody>
          <a:bodyPr anchor="t"/>
          <a:lstStyle>
            <a:lvl1pPr>
              <a:lnSpc>
                <a:spcPct val="120000"/>
              </a:lnSpc>
              <a:defRPr sz="4400" cap="all" baseline="0">
                <a:solidFill>
                  <a:schemeClr val="bg1"/>
                </a:solidFill>
              </a:defRPr>
            </a:lvl1pPr>
          </a:lstStyle>
          <a:p>
            <a:pPr lvl="0"/>
            <a:r>
              <a:rPr lang="en-US" kern="0" dirty="0" smtClean="0"/>
              <a:t>Section divider</a:t>
            </a:r>
            <a:br>
              <a:rPr lang="en-US" kern="0" dirty="0" smtClean="0"/>
            </a:br>
            <a:r>
              <a:rPr lang="en-US" kern="0" dirty="0" smtClean="0"/>
              <a:t>Headline (44pt </a:t>
            </a:r>
            <a:r>
              <a:rPr lang="en-US" dirty="0" smtClean="0"/>
              <a:t>light</a:t>
            </a:r>
            <a:r>
              <a:rPr lang="en-US" kern="0" dirty="0" smtClean="0"/>
              <a:t>)</a:t>
            </a:r>
            <a:endParaRPr lang="en-US" dirty="0" smtClean="0"/>
          </a:p>
        </p:txBody>
      </p:sp>
      <p:sp>
        <p:nvSpPr>
          <p:cNvPr id="11" name="Text Placeholder 17"/>
          <p:cNvSpPr>
            <a:spLocks noGrp="1"/>
          </p:cNvSpPr>
          <p:nvPr>
            <p:ph type="body" sz="quarter" idx="11"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stStyle>
          <a:p>
            <a:pPr>
              <a:buFontTx/>
            </a:pPr>
            <a:r>
              <a:rPr lang="en-US" dirty="0" smtClean="0"/>
              <a:t>Section divider subtitle (20PT light)</a:t>
            </a:r>
            <a:endParaRPr lang="en-GB" kern="0" dirty="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2" name="Rectangle 9"/>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4"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673968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Orange Divider Numbering">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79" y="1460401"/>
            <a:ext cx="10436061" cy="1645920"/>
          </a:xfrm>
        </p:spPr>
        <p:txBody>
          <a:bodyPr anchor="t"/>
          <a:lstStyle>
            <a:lvl1pPr>
              <a:lnSpc>
                <a:spcPct val="120000"/>
              </a:lnSpc>
              <a:defRPr sz="4400">
                <a:solidFill>
                  <a:schemeClr val="bg1"/>
                </a:solidFill>
              </a:defRPr>
            </a:lvl1pPr>
          </a:lstStyle>
          <a:p>
            <a:r>
              <a:rPr lang="en-US" dirty="0" smtClean="0"/>
              <a:t>Optional numbering </a:t>
            </a:r>
            <a:br>
              <a:rPr lang="en-US" dirty="0" smtClean="0"/>
            </a:br>
            <a:r>
              <a:rPr lang="en-US" dirty="0" smtClean="0"/>
              <a:t>system </a:t>
            </a:r>
            <a:r>
              <a:rPr lang="en-US" kern="0" dirty="0" smtClean="0"/>
              <a:t>(44pt </a:t>
            </a:r>
            <a:r>
              <a:rPr lang="en-US" dirty="0" smtClean="0"/>
              <a:t>light</a:t>
            </a:r>
            <a:r>
              <a:rPr lang="en-US" kern="0" dirty="0" smtClean="0"/>
              <a:t>)</a:t>
            </a:r>
            <a:endParaRPr lang="en-US" dirty="0"/>
          </a:p>
        </p:txBody>
      </p:sp>
      <p:sp>
        <p:nvSpPr>
          <p:cNvPr id="8" name="Text Placeholder 2"/>
          <p:cNvSpPr>
            <a:spLocks noGrp="1"/>
          </p:cNvSpPr>
          <p:nvPr>
            <p:ph type="body" sz="quarter" idx="13"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lvl="0"/>
            <a:r>
              <a:rPr lang="en-US" dirty="0" smtClean="0"/>
              <a:t>Section divider subtitle (20PT light)</a:t>
            </a:r>
          </a:p>
        </p:txBody>
      </p:sp>
      <p:sp>
        <p:nvSpPr>
          <p:cNvPr id="12" name="Text Placeholder 5"/>
          <p:cNvSpPr>
            <a:spLocks noGrp="1"/>
          </p:cNvSpPr>
          <p:nvPr>
            <p:ph type="body" sz="quarter" idx="14" hasCustomPrompt="1"/>
          </p:nvPr>
        </p:nvSpPr>
        <p:spPr>
          <a:xfrm>
            <a:off x="5910249" y="3211948"/>
            <a:ext cx="5823165" cy="3693319"/>
          </a:xfrm>
          <a:prstGeom prst="rect">
            <a:avLst/>
          </a:prstGeom>
        </p:spPr>
        <p:txBody>
          <a:bodyPr lIns="0" tIns="0" rIns="0" bIns="0">
            <a:noAutofit/>
          </a:bodyPr>
          <a:lstStyle>
            <a:lvl1pPr algn="r">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9" name="Rectangle 9"/>
          <p:cNvSpPr>
            <a:spLocks noChangeArrowheads="1"/>
          </p:cNvSpPr>
          <p:nvPr/>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4" name="Rectangle 13"/>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5"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2148770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Orange Divider AR">
    <p:bg>
      <p:bgPr>
        <a:gradFill flip="none" rotWithShape="1">
          <a:gsLst>
            <a:gs pos="90000">
              <a:srgbClr val="FFA300"/>
            </a:gs>
            <a:gs pos="10000">
              <a:schemeClr val="accent2"/>
            </a:gs>
          </a:gsLst>
          <a:lin ang="0" scaled="1"/>
          <a:tileRect/>
        </a:gradFill>
        <a:effectLst/>
      </p:bgPr>
    </p:bg>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1775291" y="406401"/>
            <a:ext cx="9942653" cy="577850"/>
          </a:xfrm>
          <a:prstGeom prst="rect">
            <a:avLst/>
          </a:prstGeom>
        </p:spPr>
        <p:txBody>
          <a:bodyPr lIns="0" tIns="0" rIns="0" bIns="0" anchor="b">
            <a:noAutofit/>
          </a:bodyPr>
          <a:lstStyle>
            <a:lvl1pPr algn="r" rtl="1">
              <a:lnSpc>
                <a:spcPct val="100000"/>
              </a:lnSpc>
              <a:defRPr sz="2000" b="0" cap="all" baseline="0">
                <a:solidFill>
                  <a:schemeClr val="bg1"/>
                </a:solidFill>
                <a:latin typeface="SABIC Typeface Headline Light" panose="020B0303060202020204" pitchFamily="34" charset="0"/>
                <a:cs typeface="+mj-cs"/>
              </a:defRPr>
            </a:lvl1pPr>
          </a:lstStyle>
          <a:p>
            <a:pPr>
              <a:buFontTx/>
            </a:pPr>
            <a:r>
              <a:rPr lang="ar-SA" dirty="0" smtClean="0"/>
              <a:t>عنوان فرعي للفاصل، حجم الخط 20خفيف</a:t>
            </a:r>
            <a:endParaRPr lang="en-US" kern="0" dirty="0" smtClean="0"/>
          </a:p>
        </p:txBody>
      </p:sp>
      <p:sp>
        <p:nvSpPr>
          <p:cNvPr id="14" name="Title 13"/>
          <p:cNvSpPr>
            <a:spLocks noGrp="1"/>
          </p:cNvSpPr>
          <p:nvPr>
            <p:ph type="title" hasCustomPrompt="1"/>
          </p:nvPr>
        </p:nvSpPr>
        <p:spPr>
          <a:xfrm>
            <a:off x="1267744" y="1460402"/>
            <a:ext cx="10450202" cy="1645920"/>
          </a:xfrm>
        </p:spPr>
        <p:txBody>
          <a:bodyPr anchor="t"/>
          <a:lstStyle>
            <a:lvl1pPr algn="r" rtl="1">
              <a:lnSpc>
                <a:spcPct val="120000"/>
              </a:lnSpc>
              <a:defRPr sz="4400" cap="all" baseline="0">
                <a:solidFill>
                  <a:schemeClr val="bg1"/>
                </a:solidFill>
                <a:latin typeface="SABIC Typeface Headline Light" panose="020B0303060202020204" pitchFamily="34" charset="0"/>
                <a:cs typeface="+mj-cs"/>
              </a:defRPr>
            </a:lvl1pPr>
          </a:lstStyle>
          <a:p>
            <a:pPr>
              <a:buFontTx/>
            </a:pPr>
            <a:r>
              <a:rPr lang="ar-SA" kern="0" dirty="0" smtClean="0"/>
              <a:t>عنوان رئيس للفاصل</a:t>
            </a:r>
            <a:br>
              <a:rPr lang="ar-SA" kern="0" dirty="0" smtClean="0"/>
            </a:br>
            <a:r>
              <a:rPr lang="ar-SA" kern="0" dirty="0" smtClean="0"/>
              <a:t>حجم الخط 44</a:t>
            </a:r>
            <a:r>
              <a:rPr lang="ar-SA" dirty="0" smtClean="0"/>
              <a:t>خفيف</a:t>
            </a:r>
            <a:endParaRPr lang="en-US" kern="0" dirty="0" smtClean="0"/>
          </a:p>
        </p:txBody>
      </p:sp>
      <p:sp>
        <p:nvSpPr>
          <p:cNvPr id="21" name="Text Placeholder 7"/>
          <p:cNvSpPr>
            <a:spLocks noGrp="1"/>
          </p:cNvSpPr>
          <p:nvPr>
            <p:ph type="body" sz="quarter" idx="10" hasCustomPrompt="1"/>
          </p:nvPr>
        </p:nvSpPr>
        <p:spPr>
          <a:xfrm>
            <a:off x="1549791"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9" name="Rectangle 8"/>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0" name="Rectangle 9"/>
          <p:cNvSpPr>
            <a:spLocks noChangeArrowheads="1"/>
          </p:cNvSpPr>
          <p:nvPr userDrawn="1"/>
        </p:nvSpPr>
        <p:spPr bwMode="invGray">
          <a:xfrm>
            <a:off x="485715"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Tree>
    <p:extLst>
      <p:ext uri="{BB962C8B-B14F-4D97-AF65-F5344CB8AC3E}">
        <p14:creationId xmlns:p14="http://schemas.microsoft.com/office/powerpoint/2010/main" val="3154095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range Divider Numbering AR">
    <p:bg>
      <p:bgPr>
        <a:gradFill flip="none" rotWithShape="1">
          <a:gsLst>
            <a:gs pos="90000">
              <a:srgbClr val="FFA300"/>
            </a:gs>
            <a:gs pos="10000">
              <a:schemeClr val="accent2"/>
            </a:gs>
          </a:gsLst>
          <a:lin ang="0" scaled="1"/>
          <a:tileRect/>
        </a:gradFill>
        <a:effectLst/>
      </p:bgPr>
    </p:bg>
    <p:spTree>
      <p:nvGrpSpPr>
        <p:cNvPr id="1" name=""/>
        <p:cNvGrpSpPr/>
        <p:nvPr/>
      </p:nvGrpSpPr>
      <p:grpSpPr>
        <a:xfrm>
          <a:off x="0" y="0"/>
          <a:ext cx="0" cy="0"/>
          <a:chOff x="0" y="0"/>
          <a:chExt cx="0" cy="0"/>
        </a:xfrm>
      </p:grpSpPr>
      <p:sp>
        <p:nvSpPr>
          <p:cNvPr id="9" name="Text Placeholder 2"/>
          <p:cNvSpPr>
            <a:spLocks noGrp="1"/>
          </p:cNvSpPr>
          <p:nvPr>
            <p:ph type="body" sz="quarter" idx="13" hasCustomPrompt="1"/>
          </p:nvPr>
        </p:nvSpPr>
        <p:spPr>
          <a:xfrm>
            <a:off x="1765617" y="406401"/>
            <a:ext cx="9942654"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sz="2000" b="0" cap="all" baseline="0">
                <a:solidFill>
                  <a:schemeClr val="bg1"/>
                </a:solidFill>
                <a:latin typeface="SABIC Typeface Headline Light" panose="020B0303060202020204" pitchFamily="34" charset="0"/>
                <a:cs typeface="+mj-cs"/>
              </a:defRPr>
            </a:lvl1pPr>
            <a:lvl2pPr>
              <a:defRPr sz="5586" b="0">
                <a:solidFill>
                  <a:schemeClr val="bg1"/>
                </a:solidFill>
              </a:defRPr>
            </a:lvl2pPr>
            <a:lvl3pPr>
              <a:defRPr sz="5586" b="0">
                <a:solidFill>
                  <a:schemeClr val="bg1"/>
                </a:solidFill>
              </a:defRPr>
            </a:lvl3pPr>
            <a:lvl4pPr>
              <a:defRPr sz="5586" b="0">
                <a:solidFill>
                  <a:schemeClr val="bg1"/>
                </a:solidFill>
              </a:defRPr>
            </a:lvl4pPr>
            <a:lvl5pPr>
              <a:defRPr sz="5586" b="0">
                <a:solidFill>
                  <a:schemeClr val="bg1"/>
                </a:solidFill>
              </a:defRPr>
            </a:lvl5pPr>
          </a:lstStyle>
          <a:p>
            <a:pPr marL="0" marR="0" lvl="0" indent="0" algn="r" defTabSz="914400" rtl="1" eaLnBrk="1" fontAlgn="base" latinLnBrk="0" hangingPunct="1">
              <a:lnSpc>
                <a:spcPct val="100000"/>
              </a:lnSpc>
              <a:spcBef>
                <a:spcPts val="0"/>
              </a:spcBef>
              <a:spcAft>
                <a:spcPct val="0"/>
              </a:spcAft>
              <a:buClr>
                <a:schemeClr val="tx1"/>
              </a:buClr>
              <a:buSzTx/>
              <a:buFont typeface="Arial" pitchFamily="34" charset="0"/>
              <a:buNone/>
              <a:tabLst/>
              <a:defRPr/>
            </a:pPr>
            <a:r>
              <a:rPr lang="ar-SA" dirty="0" smtClean="0"/>
              <a:t>عنوان فرعي لفاصل مرقم، حجم الخط 20خفيف</a:t>
            </a:r>
            <a:endParaRPr lang="en-US" kern="0" dirty="0" smtClean="0"/>
          </a:p>
        </p:txBody>
      </p:sp>
      <p:sp>
        <p:nvSpPr>
          <p:cNvPr id="10" name="Text Placeholder 5"/>
          <p:cNvSpPr>
            <a:spLocks noGrp="1"/>
          </p:cNvSpPr>
          <p:nvPr>
            <p:ph type="body" sz="quarter" idx="14" hasCustomPrompt="1"/>
          </p:nvPr>
        </p:nvSpPr>
        <p:spPr>
          <a:xfrm>
            <a:off x="490180" y="3211948"/>
            <a:ext cx="5869603" cy="3693319"/>
          </a:xfrm>
          <a:prstGeom prst="rect">
            <a:avLst/>
          </a:prstGeom>
        </p:spPr>
        <p:txBody>
          <a:bodyPr lIns="0" tIns="0" rIns="0" bIns="0">
            <a:noAutofit/>
          </a:bodyPr>
          <a:lstStyle>
            <a:lvl1pPr algn="l">
              <a:defRPr sz="22000" b="0">
                <a:solidFill>
                  <a:schemeClr val="bg1"/>
                </a:solidFill>
              </a:defRPr>
            </a:lvl1pPr>
            <a:lvl2pPr algn="r">
              <a:defRPr sz="30470">
                <a:solidFill>
                  <a:schemeClr val="bg1"/>
                </a:solidFill>
              </a:defRPr>
            </a:lvl2pPr>
            <a:lvl3pPr algn="r">
              <a:defRPr sz="30470">
                <a:solidFill>
                  <a:schemeClr val="bg1"/>
                </a:solidFill>
              </a:defRPr>
            </a:lvl3pPr>
            <a:lvl4pPr algn="r">
              <a:defRPr sz="30470">
                <a:solidFill>
                  <a:schemeClr val="bg1"/>
                </a:solidFill>
              </a:defRPr>
            </a:lvl4pPr>
            <a:lvl5pPr algn="r">
              <a:defRPr sz="30470">
                <a:solidFill>
                  <a:schemeClr val="bg1"/>
                </a:solidFill>
              </a:defRPr>
            </a:lvl5pPr>
          </a:lstStyle>
          <a:p>
            <a:pPr lvl="0"/>
            <a:r>
              <a:rPr lang="en-US" dirty="0" smtClean="0"/>
              <a:t>6</a:t>
            </a:r>
            <a:endParaRPr lang="en-US" dirty="0"/>
          </a:p>
        </p:txBody>
      </p:sp>
      <p:sp>
        <p:nvSpPr>
          <p:cNvPr id="6" name="Rectangle 5"/>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7" name="Rectangle 6"/>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9"/>
          <p:cNvSpPr>
            <a:spLocks noChangeArrowheads="1"/>
          </p:cNvSpPr>
          <p:nvPr/>
        </p:nvSpPr>
        <p:spPr bwMode="invGray">
          <a:xfrm>
            <a:off x="485847"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2"/>
                </a:solidFill>
                <a:latin typeface="+mn-lt"/>
              </a:rPr>
              <a:pPr algn="l" eaLnBrk="0" hangingPunct="0">
                <a:buFontTx/>
                <a:buNone/>
              </a:pPr>
              <a:t>‹#›</a:t>
            </a:fld>
            <a:endParaRPr lang="en-GB" sz="900" dirty="0">
              <a:solidFill>
                <a:schemeClr val="bg2"/>
              </a:solidFill>
              <a:latin typeface="+mn-lt"/>
            </a:endParaRPr>
          </a:p>
        </p:txBody>
      </p:sp>
      <p:sp>
        <p:nvSpPr>
          <p:cNvPr id="11" name="Rectangle 10"/>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2" name="Rectangle 11"/>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3" name="Text Placeholder 7"/>
          <p:cNvSpPr>
            <a:spLocks noGrp="1"/>
          </p:cNvSpPr>
          <p:nvPr>
            <p:ph type="body" sz="quarter" idx="10" hasCustomPrompt="1"/>
          </p:nvPr>
        </p:nvSpPr>
        <p:spPr>
          <a:xfrm>
            <a:off x="1540116"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
        <p:nvSpPr>
          <p:cNvPr id="2" name="Title 1"/>
          <p:cNvSpPr>
            <a:spLocks noGrp="1"/>
          </p:cNvSpPr>
          <p:nvPr>
            <p:ph type="title" hasCustomPrompt="1"/>
          </p:nvPr>
        </p:nvSpPr>
        <p:spPr>
          <a:xfrm>
            <a:off x="1267876" y="1460401"/>
            <a:ext cx="10455975" cy="1645919"/>
          </a:xfrm>
        </p:spPr>
        <p:txBody>
          <a:bodyPr anchor="t"/>
          <a:lstStyle>
            <a:lvl1pPr algn="r" rtl="1">
              <a:lnSpc>
                <a:spcPct val="120000"/>
              </a:lnSpc>
              <a:defRPr sz="4400">
                <a:solidFill>
                  <a:schemeClr val="bg1"/>
                </a:solidFill>
                <a:cs typeface="+mj-cs"/>
              </a:defRPr>
            </a:lvl1pPr>
          </a:lstStyle>
          <a:p>
            <a:r>
              <a:rPr lang="ar-SA" dirty="0" smtClean="0"/>
              <a:t>عنوان رئيس لفاصل مرقم</a:t>
            </a:r>
            <a:br>
              <a:rPr lang="ar-SA" dirty="0" smtClean="0"/>
            </a:br>
            <a:r>
              <a:rPr lang="ar-SA" dirty="0" smtClean="0"/>
              <a:t>حجم الخط 44خفيف</a:t>
            </a:r>
            <a:endParaRPr lang="en-US" dirty="0"/>
          </a:p>
        </p:txBody>
      </p:sp>
    </p:spTree>
    <p:extLst>
      <p:ext uri="{BB962C8B-B14F-4D97-AF65-F5344CB8AC3E}">
        <p14:creationId xmlns:p14="http://schemas.microsoft.com/office/powerpoint/2010/main" val="28823294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flip="none" rotWithShape="1">
          <a:gsLst>
            <a:gs pos="10000">
              <a:srgbClr val="939598"/>
            </a:gs>
            <a:gs pos="90000">
              <a:schemeClr val="accent6">
                <a:lumMod val="40000"/>
                <a:lumOff val="60000"/>
              </a:schemeClr>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79" y="1460401"/>
            <a:ext cx="10436061" cy="1645920"/>
          </a:xfrm>
        </p:spPr>
        <p:txBody>
          <a:bodyPr anchor="t"/>
          <a:lstStyle>
            <a:lvl1pPr>
              <a:lnSpc>
                <a:spcPct val="120000"/>
              </a:lnSpc>
              <a:defRPr sz="4400">
                <a:solidFill>
                  <a:schemeClr val="bg1"/>
                </a:solidFill>
              </a:defRPr>
            </a:lvl1pPr>
          </a:lstStyle>
          <a:p>
            <a:r>
              <a:rPr lang="en-US" kern="0" dirty="0" smtClean="0"/>
              <a:t>gray dividers for</a:t>
            </a:r>
            <a:br>
              <a:rPr lang="en-US" kern="0" dirty="0" smtClean="0"/>
            </a:br>
            <a:r>
              <a:rPr lang="en-US" kern="0" dirty="0" smtClean="0"/>
              <a:t>appendix only (44pt </a:t>
            </a:r>
            <a:r>
              <a:rPr lang="en-US" dirty="0" smtClean="0"/>
              <a:t>light</a:t>
            </a:r>
            <a:r>
              <a:rPr lang="en-US" kern="0" dirty="0" smtClean="0"/>
              <a:t>)</a:t>
            </a:r>
            <a:endParaRPr lang="en-US" dirty="0"/>
          </a:p>
        </p:txBody>
      </p:sp>
      <p:sp>
        <p:nvSpPr>
          <p:cNvPr id="11" name="Text Placeholder 17"/>
          <p:cNvSpPr>
            <a:spLocks noGrp="1"/>
          </p:cNvSpPr>
          <p:nvPr>
            <p:ph type="body" sz="quarter" idx="11" hasCustomPrompt="1"/>
          </p:nvPr>
        </p:nvSpPr>
        <p:spPr>
          <a:xfrm>
            <a:off x="490179" y="406401"/>
            <a:ext cx="9942655" cy="577850"/>
          </a:xfrm>
          <a:prstGeom prst="rect">
            <a:avLst/>
          </a:prstGeom>
        </p:spPr>
        <p:txBody>
          <a:bodyPr lIns="0" tIns="0" rIns="0" bIns="0" anchor="b">
            <a:noAutofit/>
          </a:bodyPr>
          <a:lstStyle>
            <a:lvl1pPr>
              <a:lnSpc>
                <a:spcPct val="100000"/>
              </a:lnSpc>
              <a:defRPr sz="2000" b="0" cap="all" baseline="0">
                <a:solidFill>
                  <a:schemeClr val="bg1"/>
                </a:solidFill>
                <a:latin typeface="+mj-lt"/>
              </a:defRPr>
            </a:lvl1pPr>
          </a:lstStyle>
          <a:p>
            <a:pPr>
              <a:buFontTx/>
            </a:pPr>
            <a:r>
              <a:rPr lang="en-US" dirty="0" smtClean="0"/>
              <a:t>Appendix divider subtitle (20PT light)</a:t>
            </a:r>
            <a:endParaRPr lang="en-GB" kern="0" dirty="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0" name="Rectangle 9"/>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4" name="Rectangle 13"/>
          <p:cNvSpPr>
            <a:spLocks noChangeArrowheads="1"/>
          </p:cNvSpPr>
          <p:nvPr userDrawn="1"/>
        </p:nvSpPr>
        <p:spPr bwMode="invGray">
          <a:xfrm>
            <a:off x="10926241"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bg1"/>
                </a:solidFill>
                <a:latin typeface="+mn-lt"/>
              </a:rPr>
              <a:pPr algn="r" eaLnBrk="0" hangingPunct="0">
                <a:buFontTx/>
                <a:buNone/>
              </a:pPr>
              <a:t>‹#›</a:t>
            </a:fld>
            <a:endParaRPr lang="en-GB" sz="900" dirty="0">
              <a:solidFill>
                <a:schemeClr val="bg1"/>
              </a:solidFill>
              <a:latin typeface="+mn-lt"/>
            </a:endParaRPr>
          </a:p>
        </p:txBody>
      </p:sp>
      <p:sp>
        <p:nvSpPr>
          <p:cNvPr id="13" name="Text Placeholder 7"/>
          <p:cNvSpPr>
            <a:spLocks noGrp="1"/>
          </p:cNvSpPr>
          <p:nvPr>
            <p:ph type="body" sz="quarter" idx="10" hasCustomPrompt="1"/>
          </p:nvPr>
        </p:nvSpPr>
        <p:spPr>
          <a:xfrm>
            <a:off x="490179" y="6522335"/>
            <a:ext cx="10168154" cy="130805"/>
          </a:xfrm>
          <a:prstGeom prst="rect">
            <a:avLst/>
          </a:prstGeom>
        </p:spPr>
        <p:txBody>
          <a:bodyPr lIns="0" tIns="0" rIns="0" bIns="0">
            <a:noAutofit/>
          </a:bodyPr>
          <a:lstStyle>
            <a:lvl1pPr>
              <a:defRPr sz="850" b="0" cap="all" baseline="0">
                <a:solidFill>
                  <a:schemeClr val="bg1"/>
                </a:solidFill>
              </a:defRPr>
            </a:lvl1pPr>
          </a:lstStyle>
          <a:p>
            <a:pPr lvl="0"/>
            <a:r>
              <a:rPr lang="en-US" dirty="0" smtClean="0"/>
              <a:t>Footer: Change Information Classification in caps (8.5pt light)</a:t>
            </a:r>
          </a:p>
        </p:txBody>
      </p:sp>
    </p:spTree>
    <p:extLst>
      <p:ext uri="{BB962C8B-B14F-4D97-AF65-F5344CB8AC3E}">
        <p14:creationId xmlns:p14="http://schemas.microsoft.com/office/powerpoint/2010/main" val="28804516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ppendix Divider AR">
    <p:bg>
      <p:bgPr>
        <a:gradFill flip="none" rotWithShape="1">
          <a:gsLst>
            <a:gs pos="90000">
              <a:srgbClr val="939598"/>
            </a:gs>
            <a:gs pos="10000">
              <a:schemeClr val="accent6">
                <a:lumMod val="40000"/>
                <a:lumOff val="60000"/>
              </a:schemeClr>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68379" y="1460401"/>
            <a:ext cx="10455471" cy="1645920"/>
          </a:xfrm>
        </p:spPr>
        <p:txBody>
          <a:bodyPr anchor="t"/>
          <a:lstStyle>
            <a:lvl1pPr algn="r" rtl="1">
              <a:lnSpc>
                <a:spcPct val="120000"/>
              </a:lnSpc>
              <a:defRPr sz="4400">
                <a:solidFill>
                  <a:schemeClr val="bg1"/>
                </a:solidFill>
                <a:cs typeface="+mj-cs"/>
              </a:defRPr>
            </a:lvl1pPr>
          </a:lstStyle>
          <a:p>
            <a:r>
              <a:rPr lang="ar-SA" kern="0" dirty="0" smtClean="0"/>
              <a:t>فاصل رمادي للملحق فقط</a:t>
            </a:r>
            <a:br>
              <a:rPr lang="ar-SA" kern="0" dirty="0" smtClean="0"/>
            </a:br>
            <a:r>
              <a:rPr lang="ar-SA" dirty="0" smtClean="0"/>
              <a:t>حجم الخط 44خفيف</a:t>
            </a:r>
            <a:endParaRPr lang="en-US" dirty="0"/>
          </a:p>
        </p:txBody>
      </p:sp>
      <p:sp>
        <p:nvSpPr>
          <p:cNvPr id="11" name="Text Placeholder 17"/>
          <p:cNvSpPr>
            <a:spLocks noGrp="1"/>
          </p:cNvSpPr>
          <p:nvPr>
            <p:ph type="body" sz="quarter" idx="11" hasCustomPrompt="1"/>
          </p:nvPr>
        </p:nvSpPr>
        <p:spPr>
          <a:xfrm>
            <a:off x="1775291" y="406401"/>
            <a:ext cx="9939539" cy="577850"/>
          </a:xfrm>
          <a:prstGeom prst="rect">
            <a:avLst/>
          </a:prstGeom>
        </p:spPr>
        <p:txBody>
          <a:bodyPr lIns="0" tIns="0" rIns="0" bIns="0" anchor="b">
            <a:noAutofit/>
          </a:bodyPr>
          <a:lstStyle>
            <a:lvl1pPr marL="0" marR="0" indent="0" algn="r" defTabSz="914400" rtl="1" eaLnBrk="1" fontAlgn="base" latinLnBrk="0" hangingPunct="1">
              <a:lnSpc>
                <a:spcPct val="100000"/>
              </a:lnSpc>
              <a:spcBef>
                <a:spcPts val="0"/>
              </a:spcBef>
              <a:spcAft>
                <a:spcPct val="0"/>
              </a:spcAft>
              <a:buClr>
                <a:schemeClr val="tx1"/>
              </a:buClr>
              <a:buSzTx/>
              <a:buFontTx/>
              <a:buNone/>
              <a:tabLst/>
              <a:defRPr sz="2000" b="0" cap="all" baseline="0">
                <a:solidFill>
                  <a:schemeClr val="bg1"/>
                </a:solidFill>
                <a:latin typeface="SABIC Typeface Headline Light" panose="020B0303060202020204" pitchFamily="34" charset="0"/>
                <a:cs typeface="+mj-cs"/>
              </a:defRPr>
            </a:lvl1pPr>
          </a:lstStyle>
          <a:p>
            <a:pPr marL="0" marR="0" lvl="0" indent="0" algn="r" defTabSz="914400" rtl="1" eaLnBrk="1" fontAlgn="base" latinLnBrk="0" hangingPunct="1">
              <a:lnSpc>
                <a:spcPct val="100000"/>
              </a:lnSpc>
              <a:spcBef>
                <a:spcPts val="0"/>
              </a:spcBef>
              <a:spcAft>
                <a:spcPct val="0"/>
              </a:spcAft>
              <a:buClr>
                <a:schemeClr val="tx1"/>
              </a:buClr>
              <a:buSzTx/>
              <a:buFontTx/>
              <a:buNone/>
              <a:tabLst/>
              <a:defRPr/>
            </a:pPr>
            <a:r>
              <a:rPr lang="ar-SA" dirty="0" smtClean="0"/>
              <a:t>عنوان فرعي لفاصل الملحق، حجم الخط 20خفيف</a:t>
            </a:r>
            <a:endParaRPr lang="en-US" kern="0" dirty="0" smtClean="0"/>
          </a:p>
        </p:txBody>
      </p:sp>
      <p:sp>
        <p:nvSpPr>
          <p:cNvPr id="5" name="Rectangle 4"/>
          <p:cNvSpPr/>
          <p:nvPr/>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6" name="Rectangle 5"/>
          <p:cNvSpPr/>
          <p:nvPr/>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8" name="Rectangle 7"/>
          <p:cNvSpPr/>
          <p:nvPr userDrawn="1"/>
        </p:nvSpPr>
        <p:spPr>
          <a:xfrm flipV="1">
            <a:off x="485847" y="6438618"/>
            <a:ext cx="11238004" cy="274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0" name="Rectangle 9"/>
          <p:cNvSpPr/>
          <p:nvPr userDrawn="1"/>
        </p:nvSpPr>
        <p:spPr>
          <a:xfrm>
            <a:off x="485715" y="1123002"/>
            <a:ext cx="11232230" cy="309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14" name="Rectangle 13"/>
          <p:cNvSpPr>
            <a:spLocks noChangeArrowheads="1"/>
          </p:cNvSpPr>
          <p:nvPr userDrawn="1"/>
        </p:nvSpPr>
        <p:spPr bwMode="invGray">
          <a:xfrm>
            <a:off x="486350" y="6527413"/>
            <a:ext cx="782029" cy="138499"/>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900" smtClean="0">
                <a:solidFill>
                  <a:schemeClr val="bg1"/>
                </a:solidFill>
                <a:latin typeface="+mn-lt"/>
              </a:rPr>
              <a:pPr algn="l" eaLnBrk="0" hangingPunct="0">
                <a:buFontTx/>
                <a:buNone/>
              </a:pPr>
              <a:t>‹#›</a:t>
            </a:fld>
            <a:endParaRPr lang="en-GB" sz="900" dirty="0">
              <a:solidFill>
                <a:schemeClr val="bg1"/>
              </a:solidFill>
              <a:latin typeface="+mn-lt"/>
            </a:endParaRPr>
          </a:p>
        </p:txBody>
      </p:sp>
      <p:sp>
        <p:nvSpPr>
          <p:cNvPr id="13" name="Text Placeholder 7"/>
          <p:cNvSpPr>
            <a:spLocks noGrp="1"/>
          </p:cNvSpPr>
          <p:nvPr>
            <p:ph type="body" sz="quarter" idx="10" hasCustomPrompt="1"/>
          </p:nvPr>
        </p:nvSpPr>
        <p:spPr>
          <a:xfrm>
            <a:off x="1555697" y="6522335"/>
            <a:ext cx="10168154" cy="130805"/>
          </a:xfrm>
          <a:prstGeom prst="rect">
            <a:avLst/>
          </a:prstGeom>
        </p:spPr>
        <p:txBody>
          <a:bodyPr lIns="0" tIns="0" rIns="0" bIns="0">
            <a:noAutofit/>
          </a:bodyPr>
          <a:lstStyle>
            <a:lvl1pPr algn="r" rtl="1">
              <a:defRPr sz="850" b="0" cap="all" baseline="0">
                <a:solidFill>
                  <a:schemeClr val="bg1"/>
                </a:solidFill>
                <a:latin typeface="SABIC Typeface Text Light" panose="020B0303060202020204" pitchFamily="34" charset="0"/>
                <a:cs typeface="+mn-cs"/>
              </a:defRPr>
            </a:lvl1pPr>
          </a:lstStyle>
          <a:p>
            <a:pPr lvl="0"/>
            <a:r>
              <a:rPr lang="ar-SA" dirty="0" smtClean="0"/>
              <a:t>هامش تبويب للفاصل، حجم الخط 8.5خفيف</a:t>
            </a:r>
            <a:endParaRPr lang="en-US" dirty="0" smtClean="0"/>
          </a:p>
        </p:txBody>
      </p:sp>
    </p:spTree>
    <p:extLst>
      <p:ext uri="{BB962C8B-B14F-4D97-AF65-F5344CB8AC3E}">
        <p14:creationId xmlns:p14="http://schemas.microsoft.com/office/powerpoint/2010/main" val="20072360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85747" y="1281018"/>
            <a:ext cx="11194840" cy="5026452"/>
          </a:xfrm>
          <a:prstGeom prst="rect">
            <a:avLst/>
          </a:prstGeom>
        </p:spPr>
        <p:txBody>
          <a:bodyPr/>
          <a:lstStyle>
            <a:lvl1pPr>
              <a:lnSpc>
                <a:spcPct val="120000"/>
              </a:lnSpc>
              <a:spcBef>
                <a:spcPts val="0"/>
              </a:spcBef>
              <a:defRPr sz="1600" b="0">
                <a:solidFill>
                  <a:schemeClr val="tx1"/>
                </a:solidFill>
              </a:defRPr>
            </a:lvl1pPr>
            <a:lvl2pPr>
              <a:lnSpc>
                <a:spcPct val="120000"/>
              </a:lnSpc>
              <a:spcBef>
                <a:spcPts val="0"/>
              </a:spcBef>
              <a:defRPr sz="1600">
                <a:solidFill>
                  <a:schemeClr val="tx1"/>
                </a:solidFill>
              </a:defRPr>
            </a:lvl2pPr>
            <a:lvl3pPr marL="548640" indent="-274320">
              <a:lnSpc>
                <a:spcPct val="120000"/>
              </a:lnSpc>
              <a:spcBef>
                <a:spcPts val="0"/>
              </a:spcBef>
              <a:defRPr sz="1600">
                <a:solidFill>
                  <a:schemeClr val="tx1"/>
                </a:solidFill>
              </a:defRPr>
            </a:lvl3pPr>
            <a:lvl4pPr marL="822960" indent="-274320">
              <a:lnSpc>
                <a:spcPct val="120000"/>
              </a:lnSpc>
              <a:spcBef>
                <a:spcPts val="0"/>
              </a:spcBef>
              <a:defRPr sz="1600">
                <a:solidFill>
                  <a:schemeClr val="tx1"/>
                </a:solidFill>
              </a:defRPr>
            </a:lvl4pPr>
            <a:lvl5pPr indent="-274320">
              <a:lnSpc>
                <a:spcPct val="120000"/>
              </a:lnSpc>
              <a:spcBef>
                <a:spcPts val="0"/>
              </a:spcBef>
              <a:defRPr sz="16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5"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light)</a:t>
            </a:r>
          </a:p>
        </p:txBody>
      </p:sp>
      <p:sp>
        <p:nvSpPr>
          <p:cNvPr id="6" name="Text Placeholder 7"/>
          <p:cNvSpPr>
            <a:spLocks noGrp="1"/>
          </p:cNvSpPr>
          <p:nvPr>
            <p:ph type="body" sz="quarter" idx="13" hasCustomPrompt="1"/>
          </p:nvPr>
        </p:nvSpPr>
        <p:spPr>
          <a:xfrm>
            <a:off x="7860645" y="6522335"/>
            <a:ext cx="3276179" cy="130805"/>
          </a:xfrm>
          <a:prstGeom prst="rect">
            <a:avLst/>
          </a:prstGeom>
        </p:spPr>
        <p:txBody>
          <a:bodyPr wrap="square">
            <a:noAutofit/>
          </a:bodyPr>
          <a:lstStyle>
            <a:lvl1pPr algn="r">
              <a:defRPr sz="850" b="0" cap="all" baseline="0">
                <a:solidFill>
                  <a:schemeClr val="accent4"/>
                </a:solidFill>
              </a:defRPr>
            </a:lvl1pPr>
          </a:lstStyle>
          <a:p>
            <a:pPr lvl="0"/>
            <a:r>
              <a:rPr lang="en-US" dirty="0" smtClean="0"/>
              <a:t>Confidential marks all caps (8.5pt light)</a:t>
            </a:r>
          </a:p>
        </p:txBody>
      </p:sp>
      <p:sp>
        <p:nvSpPr>
          <p:cNvPr id="2" name="Title 1"/>
          <p:cNvSpPr>
            <a:spLocks noGrp="1"/>
          </p:cNvSpPr>
          <p:nvPr>
            <p:ph type="title" hasCustomPrompt="1"/>
          </p:nvPr>
        </p:nvSpPr>
        <p:spPr/>
        <p:txBody>
          <a:bodyPr/>
          <a:lstStyle/>
          <a:p>
            <a:r>
              <a:rPr lang="en-US" dirty="0" smtClean="0">
                <a:solidFill>
                  <a:schemeClr val="tx2"/>
                </a:solidFill>
              </a:rPr>
              <a:t>Headline in caps (20pt light)</a:t>
            </a:r>
            <a:endParaRPr lang="en-US" dirty="0"/>
          </a:p>
        </p:txBody>
      </p:sp>
    </p:spTree>
    <p:extLst>
      <p:ext uri="{BB962C8B-B14F-4D97-AF65-F5344CB8AC3E}">
        <p14:creationId xmlns:p14="http://schemas.microsoft.com/office/powerpoint/2010/main" val="3781825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Content AR">
    <p:spTree>
      <p:nvGrpSpPr>
        <p:cNvPr id="1" name=""/>
        <p:cNvGrpSpPr/>
        <p:nvPr/>
      </p:nvGrpSpPr>
      <p:grpSpPr>
        <a:xfrm>
          <a:off x="0" y="0"/>
          <a:ext cx="0" cy="0"/>
          <a:chOff x="0" y="0"/>
          <a:chExt cx="0" cy="0"/>
        </a:xfrm>
      </p:grpSpPr>
      <p:sp>
        <p:nvSpPr>
          <p:cNvPr id="2" name="Rectangle 1"/>
          <p:cNvSpPr/>
          <p:nvPr userDrawn="1"/>
        </p:nvSpPr>
        <p:spPr bwMode="auto">
          <a:xfrm>
            <a:off x="11018431" y="6522335"/>
            <a:ext cx="743009" cy="143579"/>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3" tIns="91413" rIns="91413" bIns="91413" numCol="1" rtlCol="0" anchor="ctr" anchorCtr="0" compatLnSpc="1">
            <a:prstTxWarp prst="textNoShape">
              <a:avLst/>
            </a:prstTxWarp>
          </a:bodyPr>
          <a:lstStyle/>
          <a:p>
            <a:pPr marL="0" marR="0" indent="0" algn="ctr" defTabSz="1160922" rtl="0" eaLnBrk="1" fontAlgn="base" latinLnBrk="0" hangingPunct="1">
              <a:lnSpc>
                <a:spcPct val="100000"/>
              </a:lnSpc>
              <a:spcBef>
                <a:spcPct val="0"/>
              </a:spcBef>
              <a:spcAft>
                <a:spcPct val="0"/>
              </a:spcAft>
              <a:buClrTx/>
              <a:buSzTx/>
              <a:buFont typeface="Wingdings" pitchFamily="2" charset="2"/>
              <a:buNone/>
              <a:tabLst/>
            </a:pPr>
            <a:endParaRPr kumimoji="0" lang="en-US" sz="2031" b="0" i="0" u="none" strike="noStrike" cap="none" normalizeH="0" baseline="0" dirty="0" smtClean="0">
              <a:ln>
                <a:noFill/>
              </a:ln>
              <a:solidFill>
                <a:schemeClr val="tx1"/>
              </a:solidFill>
              <a:effectLst/>
              <a:latin typeface="Arial" pitchFamily="34" charset="0"/>
            </a:endParaRPr>
          </a:p>
        </p:txBody>
      </p:sp>
      <p:sp>
        <p:nvSpPr>
          <p:cNvPr id="3" name="Content Placeholder 2"/>
          <p:cNvSpPr>
            <a:spLocks noGrp="1"/>
          </p:cNvSpPr>
          <p:nvPr>
            <p:ph idx="1" hasCustomPrompt="1"/>
          </p:nvPr>
        </p:nvSpPr>
        <p:spPr>
          <a:xfrm>
            <a:off x="485747" y="1281018"/>
            <a:ext cx="11194840" cy="5026452"/>
          </a:xfrm>
          <a:prstGeom prst="rect">
            <a:avLst/>
          </a:prstGeom>
        </p:spPr>
        <p:txBody>
          <a:bodyPr/>
          <a:lstStyle>
            <a:lvl1pPr marL="0" indent="0" algn="r" rtl="1">
              <a:lnSpc>
                <a:spcPct val="120000"/>
              </a:lnSpc>
              <a:spcBef>
                <a:spcPts val="0"/>
              </a:spcBef>
              <a:buFont typeface="Arial" panose="020B0604020202020204" pitchFamily="34" charset="0"/>
              <a:buNone/>
              <a:defRPr lang="en-US" dirty="0" smtClean="0">
                <a:latin typeface="SABIC Typeface Text Light" panose="020B0303060202020204" pitchFamily="34" charset="0"/>
                <a:cs typeface="+mn-cs"/>
              </a:defRPr>
            </a:lvl1pPr>
            <a:lvl2pPr marL="348277" indent="-348277" algn="r" rtl="1">
              <a:lnSpc>
                <a:spcPct val="120000"/>
              </a:lnSpc>
              <a:spcBef>
                <a:spcPts val="0"/>
              </a:spcBef>
              <a:buFont typeface="Arial" panose="020B0604020202020204" pitchFamily="34" charset="0"/>
              <a:buChar char="•"/>
              <a:defRPr lang="ar-SA" dirty="0" smtClean="0"/>
            </a:lvl2pPr>
            <a:lvl3pPr marL="457517" marR="0" indent="0" algn="r" defTabSz="1160922" rtl="1" eaLnBrk="1" fontAlgn="base" latinLnBrk="0" hangingPunct="1">
              <a:lnSpc>
                <a:spcPct val="120000"/>
              </a:lnSpc>
              <a:spcBef>
                <a:spcPts val="0"/>
              </a:spcBef>
              <a:spcAft>
                <a:spcPct val="0"/>
              </a:spcAft>
              <a:buClr>
                <a:schemeClr val="tx1"/>
              </a:buClr>
              <a:buSzTx/>
              <a:buFontTx/>
              <a:buNone/>
              <a:tabLst/>
              <a:defRPr lang="en-US" dirty="0" smtClean="0"/>
            </a:lvl3pPr>
            <a:lvl4pPr marL="792087" marR="0" indent="0" algn="r" defTabSz="1160922" rtl="1" eaLnBrk="1" fontAlgn="base" latinLnBrk="0" hangingPunct="1">
              <a:lnSpc>
                <a:spcPct val="120000"/>
              </a:lnSpc>
              <a:spcBef>
                <a:spcPts val="0"/>
              </a:spcBef>
              <a:spcAft>
                <a:spcPct val="0"/>
              </a:spcAft>
              <a:buClr>
                <a:schemeClr val="tx1"/>
              </a:buClr>
              <a:buSzTx/>
              <a:buFontTx/>
              <a:buNone/>
              <a:tabLst/>
              <a:defRPr lang="en-US" dirty="0" smtClean="0"/>
            </a:lvl4pPr>
            <a:lvl5pPr marL="1152860" marR="0" indent="0" algn="r" defTabSz="1160922" rtl="1" eaLnBrk="1" fontAlgn="base" latinLnBrk="0" hangingPunct="1">
              <a:lnSpc>
                <a:spcPct val="120000"/>
              </a:lnSpc>
              <a:spcBef>
                <a:spcPts val="0"/>
              </a:spcBef>
              <a:spcAft>
                <a:spcPct val="0"/>
              </a:spcAft>
              <a:buClr>
                <a:schemeClr val="tx1"/>
              </a:buClr>
              <a:buSzTx/>
              <a:buFontTx/>
              <a:buNone/>
              <a:tabLst/>
              <a:defRPr lang="en-GB" dirty="0"/>
            </a:lvl5pPr>
          </a:lstStyle>
          <a:p>
            <a:pPr lvl="0"/>
            <a:r>
              <a:rPr lang="ar-SA" dirty="0" smtClean="0"/>
              <a:t>أنقر لإضافة نص هنا</a:t>
            </a:r>
          </a:p>
        </p:txBody>
      </p:sp>
      <p:sp>
        <p:nvSpPr>
          <p:cNvPr id="5" name="Text Placeholder 7"/>
          <p:cNvSpPr>
            <a:spLocks noGrp="1"/>
          </p:cNvSpPr>
          <p:nvPr>
            <p:ph type="body" sz="quarter" idx="12" hasCustomPrompt="1"/>
          </p:nvPr>
        </p:nvSpPr>
        <p:spPr>
          <a:xfrm>
            <a:off x="4402996" y="6522335"/>
            <a:ext cx="7277590" cy="130805"/>
          </a:xfrm>
          <a:prstGeom prst="rect">
            <a:avLst/>
          </a:prstGeom>
        </p:spPr>
        <p:txBody>
          <a:bodyPr wrap="square">
            <a:noAutofit/>
          </a:bodyPr>
          <a:lstStyle>
            <a:lvl1pPr marL="0" marR="0" indent="0" algn="r" defTabSz="914400" rtl="1" eaLnBrk="1" fontAlgn="base" latinLnBrk="0" hangingPunct="1">
              <a:lnSpc>
                <a:spcPct val="120000"/>
              </a:lnSpc>
              <a:spcBef>
                <a:spcPts val="0"/>
              </a:spcBef>
              <a:spcAft>
                <a:spcPct val="0"/>
              </a:spcAft>
              <a:buClr>
                <a:schemeClr val="tx1"/>
              </a:buClr>
              <a:buSzTx/>
              <a:buFont typeface="Arial" pitchFamily="34" charset="0"/>
              <a:buNone/>
              <a:tabLst/>
              <a:defRPr sz="850" b="0" cap="none" baseline="0">
                <a:latin typeface="SABIC Typeface Text Light" panose="020B0303060202020204" pitchFamily="34" charset="0"/>
                <a:cs typeface="+mn-cs"/>
              </a:defRPr>
            </a:lvl1pPr>
          </a:lstStyle>
          <a:p>
            <a:pPr marL="0" marR="0" lvl="0" indent="0" algn="r" defTabSz="914400" rtl="1" eaLnBrk="1" fontAlgn="base" latinLnBrk="0" hangingPunct="1">
              <a:lnSpc>
                <a:spcPct val="120000"/>
              </a:lnSpc>
              <a:spcBef>
                <a:spcPts val="0"/>
              </a:spcBef>
              <a:spcAft>
                <a:spcPct val="0"/>
              </a:spcAft>
              <a:buClr>
                <a:schemeClr val="tx1"/>
              </a:buClr>
              <a:buSzTx/>
              <a:buFont typeface="Arial" pitchFamily="34" charset="0"/>
              <a:buNone/>
              <a:tabLst/>
              <a:defRPr/>
            </a:pPr>
            <a:r>
              <a:rPr lang="ar-SA" dirty="0" smtClean="0"/>
              <a:t>هامش: مصدر المعلومات، الملاحظات، توضيح حقوق العلامة التجارية، حجم الخط 8.5خفيف</a:t>
            </a:r>
            <a:endParaRPr lang="en-US" dirty="0" smtClean="0"/>
          </a:p>
        </p:txBody>
      </p:sp>
      <p:sp>
        <p:nvSpPr>
          <p:cNvPr id="6" name="Rectangle 9"/>
          <p:cNvSpPr>
            <a:spLocks noChangeArrowheads="1"/>
          </p:cNvSpPr>
          <p:nvPr userDrawn="1"/>
        </p:nvSpPr>
        <p:spPr bwMode="invGray">
          <a:xfrm>
            <a:off x="485746" y="6531260"/>
            <a:ext cx="782029" cy="130805"/>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l" eaLnBrk="0" hangingPunct="0">
              <a:buFontTx/>
              <a:buNone/>
            </a:pPr>
            <a:fld id="{A618EB91-68A2-413C-AF9E-E3F73DFE5122}" type="slidenum">
              <a:rPr lang="en-GB" sz="850" smtClean="0">
                <a:solidFill>
                  <a:schemeClr val="tx1"/>
                </a:solidFill>
                <a:latin typeface="+mn-lt"/>
                <a:cs typeface="+mn-cs"/>
              </a:rPr>
              <a:pPr algn="l" eaLnBrk="0" hangingPunct="0">
                <a:buFontTx/>
                <a:buNone/>
              </a:pPr>
              <a:t>‹#›</a:t>
            </a:fld>
            <a:endParaRPr lang="en-GB" sz="850" dirty="0">
              <a:solidFill>
                <a:schemeClr val="tx1"/>
              </a:solidFill>
              <a:latin typeface="+mn-lt"/>
              <a:cs typeface="+mn-cs"/>
            </a:endParaRPr>
          </a:p>
        </p:txBody>
      </p:sp>
      <p:sp>
        <p:nvSpPr>
          <p:cNvPr id="7" name="Text Placeholder 7"/>
          <p:cNvSpPr>
            <a:spLocks noGrp="1"/>
          </p:cNvSpPr>
          <p:nvPr>
            <p:ph type="body" sz="quarter" idx="13" hasCustomPrompt="1"/>
          </p:nvPr>
        </p:nvSpPr>
        <p:spPr>
          <a:xfrm>
            <a:off x="1028295" y="6522335"/>
            <a:ext cx="3276179" cy="130805"/>
          </a:xfrm>
          <a:prstGeom prst="rect">
            <a:avLst/>
          </a:prstGeom>
        </p:spPr>
        <p:txBody>
          <a:bodyPr wrap="square">
            <a:noAutofit/>
          </a:bodyPr>
          <a:lstStyle>
            <a:lvl1pPr marL="0" marR="0" indent="0" algn="l" defTabSz="914400" rtl="1" eaLnBrk="1" fontAlgn="base" latinLnBrk="0" hangingPunct="1">
              <a:lnSpc>
                <a:spcPct val="120000"/>
              </a:lnSpc>
              <a:spcBef>
                <a:spcPts val="0"/>
              </a:spcBef>
              <a:spcAft>
                <a:spcPct val="0"/>
              </a:spcAft>
              <a:buClr>
                <a:schemeClr val="tx1"/>
              </a:buClr>
              <a:buSzTx/>
              <a:buFont typeface="Arial" pitchFamily="34" charset="0"/>
              <a:buNone/>
              <a:tabLst/>
              <a:defRPr sz="850" b="0" cap="all" baseline="0">
                <a:solidFill>
                  <a:schemeClr val="accent4"/>
                </a:solidFill>
                <a:latin typeface="SABIC Typeface Text Light" panose="020B0303060202020204" pitchFamily="34" charset="0"/>
                <a:cs typeface="+mn-cs"/>
              </a:defRPr>
            </a:lvl1pPr>
          </a:lstStyle>
          <a:p>
            <a:pPr marL="0" marR="0" lvl="0" indent="0" algn="l" defTabSz="914400" rtl="1" eaLnBrk="1" fontAlgn="base" latinLnBrk="0" hangingPunct="1">
              <a:lnSpc>
                <a:spcPct val="120000"/>
              </a:lnSpc>
              <a:spcBef>
                <a:spcPts val="0"/>
              </a:spcBef>
              <a:spcAft>
                <a:spcPct val="0"/>
              </a:spcAft>
              <a:buClr>
                <a:schemeClr val="tx1"/>
              </a:buClr>
              <a:buSzTx/>
              <a:buFont typeface="Arial" pitchFamily="34" charset="0"/>
              <a:buNone/>
              <a:tabLst/>
              <a:defRPr/>
            </a:pPr>
            <a:r>
              <a:rPr lang="ar-SA" dirty="0" smtClean="0"/>
              <a:t>تعليمات السرّية، حجم الخط 8.5خفيف</a:t>
            </a:r>
            <a:endParaRPr lang="en-US" dirty="0" smtClean="0"/>
          </a:p>
        </p:txBody>
      </p:sp>
      <p:sp>
        <p:nvSpPr>
          <p:cNvPr id="4" name="Title 3"/>
          <p:cNvSpPr>
            <a:spLocks noGrp="1"/>
          </p:cNvSpPr>
          <p:nvPr>
            <p:ph type="title" hasCustomPrompt="1"/>
          </p:nvPr>
        </p:nvSpPr>
        <p:spPr/>
        <p:txBody>
          <a:bodyPr/>
          <a:lstStyle>
            <a:lvl1pPr algn="r" rtl="1">
              <a:defRPr/>
            </a:lvl1pPr>
          </a:lstStyle>
          <a:p>
            <a:r>
              <a:rPr lang="ar-SA" dirty="0" smtClean="0"/>
              <a:t>العنوان الرئيسي، حجم الخط 20خفيف</a:t>
            </a:r>
            <a:endParaRPr lang="en-US" dirty="0"/>
          </a:p>
        </p:txBody>
      </p:sp>
    </p:spTree>
    <p:extLst>
      <p:ext uri="{BB962C8B-B14F-4D97-AF65-F5344CB8AC3E}">
        <p14:creationId xmlns:p14="http://schemas.microsoft.com/office/powerpoint/2010/main" val="11339520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5748" y="406400"/>
            <a:ext cx="9939119" cy="577850"/>
          </a:xfrm>
        </p:spPr>
        <p:txBody>
          <a:bodyPr/>
          <a:lstStyle>
            <a:lvl1pPr>
              <a:defRPr>
                <a:solidFill>
                  <a:schemeClr val="tx1"/>
                </a:solidFill>
              </a:defRPr>
            </a:lvl1pPr>
          </a:lstStyle>
          <a:p>
            <a:r>
              <a:rPr lang="en-US" dirty="0" smtClean="0"/>
              <a:t>CLICK TO EDIT MASTER TITLE STYLE</a:t>
            </a:r>
            <a:endParaRPr lang="en-GB" dirty="0"/>
          </a:p>
        </p:txBody>
      </p:sp>
      <p:sp>
        <p:nvSpPr>
          <p:cNvPr id="3" name="Content Placeholder 2"/>
          <p:cNvSpPr>
            <a:spLocks noGrp="1"/>
          </p:cNvSpPr>
          <p:nvPr>
            <p:ph sz="half" idx="1"/>
          </p:nvPr>
        </p:nvSpPr>
        <p:spPr>
          <a:xfrm>
            <a:off x="485746" y="1876425"/>
            <a:ext cx="5518742" cy="3609976"/>
          </a:xfrm>
          <a:prstGeom prst="rect">
            <a:avLst/>
          </a:prstGeom>
        </p:spPr>
        <p:txBody>
          <a:bodyPr/>
          <a:lstStyle>
            <a:lvl1pPr>
              <a:defRPr sz="1600" b="0">
                <a:solidFill>
                  <a:schemeClr val="tx1"/>
                </a:solidFill>
                <a:latin typeface="+mn-lt"/>
              </a:defRPr>
            </a:lvl1pPr>
            <a:lvl2pPr>
              <a:defRPr sz="1600" b="0">
                <a:solidFill>
                  <a:schemeClr val="tx1"/>
                </a:solidFill>
                <a:latin typeface="+mn-lt"/>
              </a:defRPr>
            </a:lvl2pPr>
            <a:lvl3pPr>
              <a:defRPr sz="1600" b="0">
                <a:solidFill>
                  <a:schemeClr val="tx1"/>
                </a:solidFill>
                <a:latin typeface="+mn-lt"/>
              </a:defRPr>
            </a:lvl3pPr>
            <a:lvl4pPr>
              <a:defRPr sz="1600" b="0">
                <a:solidFill>
                  <a:schemeClr val="tx1"/>
                </a:solidFill>
                <a:latin typeface="+mn-lt"/>
              </a:defRPr>
            </a:lvl4pPr>
            <a:lvl5pPr>
              <a:defRPr sz="1600" b="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6183481" y="1876425"/>
            <a:ext cx="5518742" cy="3609976"/>
          </a:xfrm>
          <a:prstGeom prst="rect">
            <a:avLst/>
          </a:prstGeom>
        </p:spPr>
        <p:txBody>
          <a:bodyPr/>
          <a:lstStyle>
            <a:lvl1pPr>
              <a:defRPr sz="1600" b="0">
                <a:solidFill>
                  <a:schemeClr val="tx1"/>
                </a:solidFill>
                <a:latin typeface="+mn-lt"/>
              </a:defRPr>
            </a:lvl1pPr>
            <a:lvl2pPr>
              <a:defRPr sz="1600" b="0">
                <a:solidFill>
                  <a:schemeClr val="tx1"/>
                </a:solidFill>
                <a:latin typeface="+mn-lt"/>
              </a:defRPr>
            </a:lvl2pPr>
            <a:lvl3pPr>
              <a:defRPr sz="1600" b="0">
                <a:solidFill>
                  <a:schemeClr val="tx1"/>
                </a:solidFill>
                <a:latin typeface="+mn-lt"/>
              </a:defRPr>
            </a:lvl3pPr>
            <a:lvl4pPr>
              <a:defRPr sz="1600" b="0">
                <a:solidFill>
                  <a:schemeClr val="tx1"/>
                </a:solidFill>
                <a:latin typeface="+mn-lt"/>
              </a:defRPr>
            </a:lvl4pPr>
            <a:lvl5pPr>
              <a:defRPr sz="1600" b="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2"/>
          <p:cNvSpPr>
            <a:spLocks noGrp="1"/>
          </p:cNvSpPr>
          <p:nvPr>
            <p:ph sz="half" idx="10"/>
          </p:nvPr>
        </p:nvSpPr>
        <p:spPr>
          <a:xfrm>
            <a:off x="485746" y="1447803"/>
            <a:ext cx="5518742" cy="246349"/>
          </a:xfrm>
          <a:prstGeom prst="rect">
            <a:avLst/>
          </a:prstGeo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6" name="Content Placeholder 3"/>
          <p:cNvSpPr>
            <a:spLocks noGrp="1"/>
          </p:cNvSpPr>
          <p:nvPr>
            <p:ph sz="half" idx="11"/>
          </p:nvPr>
        </p:nvSpPr>
        <p:spPr>
          <a:xfrm>
            <a:off x="6183481" y="1447803"/>
            <a:ext cx="5518742" cy="246349"/>
          </a:xfrm>
          <a:prstGeom prst="rect">
            <a:avLst/>
          </a:prstGeo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4086924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2039113"/>
            <a:ext cx="3592326" cy="430295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4306083" y="2039113"/>
            <a:ext cx="3592329" cy="430295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8121990" y="2039113"/>
            <a:ext cx="3592328" cy="430295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2"/>
          <p:cNvSpPr>
            <a:spLocks noGrp="1"/>
          </p:cNvSpPr>
          <p:nvPr>
            <p:ph sz="half" idx="11"/>
          </p:nvPr>
        </p:nvSpPr>
        <p:spPr>
          <a:xfrm>
            <a:off x="490181"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7" name="Content Placeholder 2"/>
          <p:cNvSpPr>
            <a:spLocks noGrp="1"/>
          </p:cNvSpPr>
          <p:nvPr>
            <p:ph sz="half" idx="12"/>
          </p:nvPr>
        </p:nvSpPr>
        <p:spPr>
          <a:xfrm>
            <a:off x="4306083"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8" name="Content Placeholder 2"/>
          <p:cNvSpPr>
            <a:spLocks noGrp="1"/>
          </p:cNvSpPr>
          <p:nvPr>
            <p:ph sz="half" idx="13"/>
          </p:nvPr>
        </p:nvSpPr>
        <p:spPr>
          <a:xfrm>
            <a:off x="8121991" y="1453899"/>
            <a:ext cx="3592329" cy="492699"/>
          </a:xfrm>
        </p:spPr>
        <p:txBody>
          <a:bodyPr wrap="square">
            <a:noAutofit/>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1" name="Text Placeholder 7"/>
          <p:cNvSpPr>
            <a:spLocks noGrp="1"/>
          </p:cNvSpPr>
          <p:nvPr>
            <p:ph type="body" sz="quarter" idx="14"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308388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709095"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3328297"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6166415"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3"/>
          <p:cNvSpPr>
            <a:spLocks noGrp="1"/>
          </p:cNvSpPr>
          <p:nvPr>
            <p:ph sz="half" idx="11"/>
          </p:nvPr>
        </p:nvSpPr>
        <p:spPr>
          <a:xfrm>
            <a:off x="9005222" y="1876425"/>
            <a:ext cx="27090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Content Placeholder 2"/>
          <p:cNvSpPr>
            <a:spLocks noGrp="1"/>
          </p:cNvSpPr>
          <p:nvPr>
            <p:ph sz="half" idx="12"/>
          </p:nvPr>
        </p:nvSpPr>
        <p:spPr>
          <a:xfrm>
            <a:off x="490181" y="1453896"/>
            <a:ext cx="2709095"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8" name="Content Placeholder 3"/>
          <p:cNvSpPr>
            <a:spLocks noGrp="1"/>
          </p:cNvSpPr>
          <p:nvPr>
            <p:ph sz="half" idx="13"/>
          </p:nvPr>
        </p:nvSpPr>
        <p:spPr>
          <a:xfrm>
            <a:off x="3328297"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Content Placeholder 3"/>
          <p:cNvSpPr>
            <a:spLocks noGrp="1"/>
          </p:cNvSpPr>
          <p:nvPr>
            <p:ph sz="half" idx="14"/>
          </p:nvPr>
        </p:nvSpPr>
        <p:spPr>
          <a:xfrm>
            <a:off x="6166415"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9005222" y="1453896"/>
            <a:ext cx="2709096" cy="419100"/>
          </a:xfrm>
        </p:spPr>
        <p:txBody>
          <a:bodyPr/>
          <a:lstStyle>
            <a:lvl1pPr>
              <a:defRPr sz="16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3" name="Text Placeholder 7"/>
          <p:cNvSpPr>
            <a:spLocks noGrp="1"/>
          </p:cNvSpPr>
          <p:nvPr>
            <p:ph type="body" sz="quarter" idx="16"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2719437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Five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0258" y="1876425"/>
            <a:ext cx="20874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2775301"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ontent Placeholder 3"/>
          <p:cNvSpPr>
            <a:spLocks noGrp="1"/>
          </p:cNvSpPr>
          <p:nvPr>
            <p:ph sz="half" idx="10"/>
          </p:nvPr>
        </p:nvSpPr>
        <p:spPr>
          <a:xfrm>
            <a:off x="5062438"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Content Placeholder 3"/>
          <p:cNvSpPr>
            <a:spLocks noGrp="1"/>
          </p:cNvSpPr>
          <p:nvPr>
            <p:ph sz="half" idx="11"/>
          </p:nvPr>
        </p:nvSpPr>
        <p:spPr>
          <a:xfrm>
            <a:off x="7351914" y="1876425"/>
            <a:ext cx="2087497"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Content Placeholder 2"/>
          <p:cNvSpPr>
            <a:spLocks noGrp="1"/>
          </p:cNvSpPr>
          <p:nvPr>
            <p:ph sz="half" idx="12"/>
          </p:nvPr>
        </p:nvSpPr>
        <p:spPr>
          <a:xfrm>
            <a:off x="9622080" y="1876425"/>
            <a:ext cx="2087496" cy="43132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1600">
                <a:solidFill>
                  <a:schemeClr val="tx1"/>
                </a:solidFill>
                <a:latin typeface="+mn-lt"/>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Content Placeholder 2"/>
          <p:cNvSpPr>
            <a:spLocks noGrp="1"/>
          </p:cNvSpPr>
          <p:nvPr>
            <p:ph sz="half" idx="13"/>
          </p:nvPr>
        </p:nvSpPr>
        <p:spPr>
          <a:xfrm>
            <a:off x="490181" y="1453896"/>
            <a:ext cx="2087496"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9" name="Content Placeholder 3"/>
          <p:cNvSpPr>
            <a:spLocks noGrp="1"/>
          </p:cNvSpPr>
          <p:nvPr>
            <p:ph sz="half" idx="14"/>
          </p:nvPr>
        </p:nvSpPr>
        <p:spPr>
          <a:xfrm>
            <a:off x="2765224"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5062438"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Content Placeholder 3"/>
          <p:cNvSpPr>
            <a:spLocks noGrp="1"/>
          </p:cNvSpPr>
          <p:nvPr>
            <p:ph sz="half" idx="16"/>
          </p:nvPr>
        </p:nvSpPr>
        <p:spPr>
          <a:xfrm>
            <a:off x="7351914" y="1453896"/>
            <a:ext cx="2087497"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2"/>
          <p:cNvSpPr>
            <a:spLocks noGrp="1"/>
          </p:cNvSpPr>
          <p:nvPr>
            <p:ph sz="half" idx="17"/>
          </p:nvPr>
        </p:nvSpPr>
        <p:spPr>
          <a:xfrm>
            <a:off x="9622080" y="1453896"/>
            <a:ext cx="2087496" cy="419100"/>
          </a:xfrm>
        </p:spPr>
        <p:txBody>
          <a:bodyPr/>
          <a:lstStyle>
            <a:lvl1pPr>
              <a:defRPr sz="16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4" name="Text Placeholder 7"/>
          <p:cNvSpPr>
            <a:spLocks noGrp="1"/>
          </p:cNvSpPr>
          <p:nvPr>
            <p:ph type="body" sz="quarter" idx="18"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41017843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4" name="Content Placeholder 2"/>
          <p:cNvSpPr>
            <a:spLocks noGrp="1"/>
          </p:cNvSpPr>
          <p:nvPr>
            <p:ph sz="half" idx="1"/>
          </p:nvPr>
        </p:nvSpPr>
        <p:spPr>
          <a:xfrm>
            <a:off x="490179" y="1876425"/>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5" name="Content Placeholder 3"/>
          <p:cNvSpPr>
            <a:spLocks noGrp="1"/>
          </p:cNvSpPr>
          <p:nvPr>
            <p:ph sz="half" idx="2"/>
          </p:nvPr>
        </p:nvSpPr>
        <p:spPr>
          <a:xfrm>
            <a:off x="6298246" y="1876425"/>
            <a:ext cx="5403979"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6" name="Content Placeholder 2"/>
          <p:cNvSpPr>
            <a:spLocks noGrp="1"/>
          </p:cNvSpPr>
          <p:nvPr>
            <p:ph sz="half" idx="10"/>
          </p:nvPr>
        </p:nvSpPr>
        <p:spPr>
          <a:xfrm>
            <a:off x="490179" y="4000500"/>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7" name="Content Placeholder 2"/>
          <p:cNvSpPr>
            <a:spLocks noGrp="1"/>
          </p:cNvSpPr>
          <p:nvPr>
            <p:ph sz="half" idx="12"/>
          </p:nvPr>
        </p:nvSpPr>
        <p:spPr>
          <a:xfrm>
            <a:off x="490179" y="1453899"/>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3"/>
          <p:cNvSpPr>
            <a:spLocks noGrp="1"/>
          </p:cNvSpPr>
          <p:nvPr>
            <p:ph sz="half" idx="13"/>
          </p:nvPr>
        </p:nvSpPr>
        <p:spPr>
          <a:xfrm>
            <a:off x="6298246" y="1453899"/>
            <a:ext cx="5403979"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Content Placeholder 2"/>
          <p:cNvSpPr>
            <a:spLocks noGrp="1"/>
          </p:cNvSpPr>
          <p:nvPr>
            <p:ph sz="half" idx="14"/>
          </p:nvPr>
        </p:nvSpPr>
        <p:spPr>
          <a:xfrm>
            <a:off x="490179" y="3581403"/>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2" name="Content Placeholder 2"/>
          <p:cNvSpPr>
            <a:spLocks noGrp="1"/>
          </p:cNvSpPr>
          <p:nvPr>
            <p:ph sz="half" idx="19"/>
          </p:nvPr>
        </p:nvSpPr>
        <p:spPr>
          <a:xfrm>
            <a:off x="6298245" y="4000500"/>
            <a:ext cx="5403977" cy="1493838"/>
          </a:xfrm>
        </p:spPr>
        <p:txBody>
          <a:bodyPr/>
          <a:lstStyle>
            <a:lvl1pPr>
              <a:defRPr sz="160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23" name="Content Placeholder 2"/>
          <p:cNvSpPr>
            <a:spLocks noGrp="1"/>
          </p:cNvSpPr>
          <p:nvPr>
            <p:ph sz="half" idx="20"/>
          </p:nvPr>
        </p:nvSpPr>
        <p:spPr>
          <a:xfrm>
            <a:off x="6298245" y="3581403"/>
            <a:ext cx="5403977" cy="419101"/>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Text Placeholder 7"/>
          <p:cNvSpPr>
            <a:spLocks noGrp="1"/>
          </p:cNvSpPr>
          <p:nvPr>
            <p:ph type="body" sz="quarter" idx="21"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163691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3531224"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4336635" y="1876425"/>
            <a:ext cx="3531225"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8183093" y="1876425"/>
            <a:ext cx="3531225" cy="149384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2"/>
          <p:cNvSpPr>
            <a:spLocks noGrp="1"/>
          </p:cNvSpPr>
          <p:nvPr>
            <p:ph sz="half" idx="11"/>
          </p:nvPr>
        </p:nvSpPr>
        <p:spPr>
          <a:xfrm>
            <a:off x="490181" y="4000499"/>
            <a:ext cx="3531224"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3"/>
          <p:cNvSpPr>
            <a:spLocks noGrp="1"/>
          </p:cNvSpPr>
          <p:nvPr>
            <p:ph sz="half" idx="12"/>
          </p:nvPr>
        </p:nvSpPr>
        <p:spPr>
          <a:xfrm>
            <a:off x="4336635" y="4000499"/>
            <a:ext cx="3531225" cy="1493840"/>
          </a:xfrm>
        </p:spPr>
        <p:txBody>
          <a:bodyPr/>
          <a:lstStyle>
            <a:lvl1pPr>
              <a:defRPr sz="1600" b="0">
                <a:solidFill>
                  <a:schemeClr val="tx1"/>
                </a:solidFill>
                <a:latin typeface="+mn-lt"/>
              </a:defRPr>
            </a:lvl1pPr>
            <a:lvl2pPr>
              <a:defRPr sz="160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3"/>
          <p:cNvSpPr>
            <a:spLocks noGrp="1"/>
          </p:cNvSpPr>
          <p:nvPr>
            <p:ph sz="half" idx="13"/>
          </p:nvPr>
        </p:nvSpPr>
        <p:spPr>
          <a:xfrm>
            <a:off x="8183093" y="4000499"/>
            <a:ext cx="3531225" cy="1493840"/>
          </a:xfrm>
        </p:spPr>
        <p:txBody>
          <a:bodyPr/>
          <a:lstStyle>
            <a:lvl1pPr>
              <a:defRPr sz="1600" b="0">
                <a:solidFill>
                  <a:schemeClr val="tx1"/>
                </a:solidFill>
                <a:latin typeface="+mn-lt"/>
              </a:defRPr>
            </a:lvl1pPr>
            <a:lvl2pPr>
              <a:defRPr sz="1600" b="0">
                <a:solidFill>
                  <a:schemeClr val="tx1"/>
                </a:solidFill>
                <a:latin typeface="+mn-lt"/>
              </a:defRPr>
            </a:lvl2pPr>
            <a:lvl3pPr>
              <a:defRPr sz="1600">
                <a:solidFill>
                  <a:schemeClr val="tx1"/>
                </a:solidFill>
                <a:latin typeface="+mn-lt"/>
              </a:defRPr>
            </a:lvl3pPr>
            <a:lvl4pPr>
              <a:defRPr sz="1600">
                <a:solidFill>
                  <a:schemeClr val="tx1"/>
                </a:solidFill>
                <a:latin typeface="+mn-lt"/>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2"/>
          <p:cNvSpPr>
            <a:spLocks noGrp="1"/>
          </p:cNvSpPr>
          <p:nvPr>
            <p:ph sz="half" idx="14"/>
          </p:nvPr>
        </p:nvSpPr>
        <p:spPr>
          <a:xfrm>
            <a:off x="490181" y="1453896"/>
            <a:ext cx="3531224"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0" name="Content Placeholder 3"/>
          <p:cNvSpPr>
            <a:spLocks noGrp="1"/>
          </p:cNvSpPr>
          <p:nvPr>
            <p:ph sz="half" idx="15"/>
          </p:nvPr>
        </p:nvSpPr>
        <p:spPr>
          <a:xfrm>
            <a:off x="4336635" y="1453896"/>
            <a:ext cx="3531225"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1" name="Content Placeholder 3"/>
          <p:cNvSpPr>
            <a:spLocks noGrp="1"/>
          </p:cNvSpPr>
          <p:nvPr>
            <p:ph sz="half" idx="16"/>
          </p:nvPr>
        </p:nvSpPr>
        <p:spPr>
          <a:xfrm>
            <a:off x="8183093" y="1453896"/>
            <a:ext cx="3531225" cy="419100"/>
          </a:xfrm>
        </p:spPr>
        <p:txBody>
          <a:bodyPr/>
          <a:lstStyle>
            <a:lvl1pPr>
              <a:defRPr sz="1600" b="0">
                <a:solidFill>
                  <a:schemeClr val="tx1"/>
                </a:solidFill>
                <a:latin typeface="+mn-lt"/>
                <a:cs typeface="SABIC Typeface Text" panose="020B0603060202020204" pitchFamily="34" charset="0"/>
              </a:defRPr>
            </a:lvl1pPr>
            <a:lvl2pPr>
              <a:defRPr sz="2033" b="0">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2"/>
          <p:cNvSpPr>
            <a:spLocks noGrp="1"/>
          </p:cNvSpPr>
          <p:nvPr>
            <p:ph sz="half" idx="17"/>
          </p:nvPr>
        </p:nvSpPr>
        <p:spPr>
          <a:xfrm>
            <a:off x="490181" y="3581400"/>
            <a:ext cx="3531224"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Content Placeholder 3"/>
          <p:cNvSpPr>
            <a:spLocks noGrp="1"/>
          </p:cNvSpPr>
          <p:nvPr>
            <p:ph sz="half" idx="18"/>
          </p:nvPr>
        </p:nvSpPr>
        <p:spPr>
          <a:xfrm>
            <a:off x="4336635" y="3581400"/>
            <a:ext cx="3531225" cy="419100"/>
          </a:xfrm>
        </p:spPr>
        <p:txBody>
          <a:bodyPr/>
          <a:lstStyle>
            <a:lvl1pPr>
              <a:defRPr sz="1600" b="0">
                <a:solidFill>
                  <a:schemeClr val="tx1"/>
                </a:solidFill>
                <a:latin typeface="+mn-lt"/>
                <a:cs typeface="SABIC Typeface Text" panose="020B0603060202020204" pitchFamily="34" charset="0"/>
              </a:defRPr>
            </a:lvl1pPr>
            <a:lvl2pPr>
              <a:defRPr sz="2033">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8183093" y="3581400"/>
            <a:ext cx="3531225" cy="419100"/>
          </a:xfrm>
        </p:spPr>
        <p:txBody>
          <a:bodyPr/>
          <a:lstStyle>
            <a:lvl1pPr>
              <a:defRPr sz="1600" b="0">
                <a:solidFill>
                  <a:schemeClr val="tx1"/>
                </a:solidFill>
                <a:latin typeface="+mn-lt"/>
                <a:cs typeface="SABIC Typeface Text" panose="020B0603060202020204" pitchFamily="34" charset="0"/>
              </a:defRPr>
            </a:lvl1pPr>
            <a:lvl2pPr>
              <a:defRPr sz="2033" b="0">
                <a:solidFill>
                  <a:schemeClr val="tx1"/>
                </a:solidFill>
              </a:defRPr>
            </a:lvl2pPr>
            <a:lvl3pPr>
              <a:defRPr sz="2033">
                <a:solidFill>
                  <a:schemeClr val="tx1"/>
                </a:solidFill>
              </a:defRPr>
            </a:lvl3pPr>
            <a:lvl4pPr>
              <a:defRPr sz="2033">
                <a:solidFill>
                  <a:schemeClr val="tx1"/>
                </a:solidFill>
              </a:defRPr>
            </a:lvl4pPr>
            <a:lvl5pPr>
              <a:defRPr sz="2033">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Title 1"/>
          <p:cNvSpPr>
            <a:spLocks noGrp="1"/>
          </p:cNvSpPr>
          <p:nvPr>
            <p:ph type="title" hasCustomPrompt="1"/>
          </p:nvPr>
        </p:nvSpPr>
        <p:spPr>
          <a:xfrm>
            <a:off x="490180" y="406400"/>
            <a:ext cx="9975451" cy="577850"/>
          </a:xfrm>
        </p:spPr>
        <p:txBody>
          <a:bodyPr/>
          <a:lstStyle>
            <a:lvl1pPr>
              <a:defRPr>
                <a:solidFill>
                  <a:schemeClr val="tx1"/>
                </a:solidFill>
              </a:defRPr>
            </a:lvl1pPr>
          </a:lstStyle>
          <a:p>
            <a:r>
              <a:rPr lang="en-US" dirty="0" smtClean="0"/>
              <a:t>CLICK TO EDIT MASTER TITLE STYLE</a:t>
            </a:r>
            <a:endParaRPr lang="en-GB" dirty="0"/>
          </a:p>
        </p:txBody>
      </p:sp>
      <p:sp>
        <p:nvSpPr>
          <p:cNvPr id="17" name="Text Placeholder 7"/>
          <p:cNvSpPr>
            <a:spLocks noGrp="1"/>
          </p:cNvSpPr>
          <p:nvPr>
            <p:ph type="body" sz="quarter" idx="20"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19373950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680665"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3335935"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6181691"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3"/>
          <p:cNvSpPr>
            <a:spLocks noGrp="1"/>
          </p:cNvSpPr>
          <p:nvPr>
            <p:ph sz="half" idx="11"/>
          </p:nvPr>
        </p:nvSpPr>
        <p:spPr>
          <a:xfrm>
            <a:off x="9020497" y="1876425"/>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2"/>
          <p:cNvSpPr>
            <a:spLocks noGrp="1"/>
          </p:cNvSpPr>
          <p:nvPr>
            <p:ph sz="half" idx="12"/>
          </p:nvPr>
        </p:nvSpPr>
        <p:spPr>
          <a:xfrm>
            <a:off x="490181" y="4000499"/>
            <a:ext cx="2680665"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3"/>
          <p:cNvSpPr>
            <a:spLocks noGrp="1"/>
          </p:cNvSpPr>
          <p:nvPr>
            <p:ph sz="half" idx="13"/>
          </p:nvPr>
        </p:nvSpPr>
        <p:spPr>
          <a:xfrm>
            <a:off x="3335935"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3"/>
          <p:cNvSpPr>
            <a:spLocks noGrp="1"/>
          </p:cNvSpPr>
          <p:nvPr>
            <p:ph sz="half" idx="14"/>
          </p:nvPr>
        </p:nvSpPr>
        <p:spPr>
          <a:xfrm>
            <a:off x="6181691"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0" name="Content Placeholder 3"/>
          <p:cNvSpPr>
            <a:spLocks noGrp="1"/>
          </p:cNvSpPr>
          <p:nvPr>
            <p:ph sz="half" idx="15"/>
          </p:nvPr>
        </p:nvSpPr>
        <p:spPr>
          <a:xfrm>
            <a:off x="9020497" y="4000499"/>
            <a:ext cx="2680666"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2"/>
          <p:cNvSpPr>
            <a:spLocks noGrp="1"/>
          </p:cNvSpPr>
          <p:nvPr>
            <p:ph sz="half" idx="16"/>
          </p:nvPr>
        </p:nvSpPr>
        <p:spPr>
          <a:xfrm>
            <a:off x="490181" y="1453896"/>
            <a:ext cx="2680665"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2" name="Content Placeholder 3"/>
          <p:cNvSpPr>
            <a:spLocks noGrp="1"/>
          </p:cNvSpPr>
          <p:nvPr>
            <p:ph sz="half" idx="17"/>
          </p:nvPr>
        </p:nvSpPr>
        <p:spPr>
          <a:xfrm>
            <a:off x="3335935"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3" name="Content Placeholder 3"/>
          <p:cNvSpPr>
            <a:spLocks noGrp="1"/>
          </p:cNvSpPr>
          <p:nvPr>
            <p:ph sz="half" idx="18"/>
          </p:nvPr>
        </p:nvSpPr>
        <p:spPr>
          <a:xfrm>
            <a:off x="6181691"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9020497" y="1453896"/>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Content Placeholder 2"/>
          <p:cNvSpPr>
            <a:spLocks noGrp="1"/>
          </p:cNvSpPr>
          <p:nvPr>
            <p:ph sz="half" idx="20"/>
          </p:nvPr>
        </p:nvSpPr>
        <p:spPr>
          <a:xfrm>
            <a:off x="490181" y="3581400"/>
            <a:ext cx="2680665"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6" name="Content Placeholder 3"/>
          <p:cNvSpPr>
            <a:spLocks noGrp="1"/>
          </p:cNvSpPr>
          <p:nvPr>
            <p:ph sz="half" idx="21"/>
          </p:nvPr>
        </p:nvSpPr>
        <p:spPr>
          <a:xfrm>
            <a:off x="3335935"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7" name="Content Placeholder 3"/>
          <p:cNvSpPr>
            <a:spLocks noGrp="1"/>
          </p:cNvSpPr>
          <p:nvPr>
            <p:ph sz="half" idx="22"/>
          </p:nvPr>
        </p:nvSpPr>
        <p:spPr>
          <a:xfrm>
            <a:off x="6181691"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3"/>
          <p:cNvSpPr>
            <a:spLocks noGrp="1"/>
          </p:cNvSpPr>
          <p:nvPr>
            <p:ph sz="half" idx="23"/>
          </p:nvPr>
        </p:nvSpPr>
        <p:spPr>
          <a:xfrm>
            <a:off x="9020497" y="3581400"/>
            <a:ext cx="2680666" cy="425450"/>
          </a:xfrm>
        </p:spPr>
        <p:txBody>
          <a:bodyPr/>
          <a:lstStyle>
            <a:lvl1pPr>
              <a:defRPr sz="1400" b="0">
                <a:solidFill>
                  <a:schemeClr val="tx1"/>
                </a:solidFill>
                <a:latin typeface="+mn-lt"/>
                <a:cs typeface="SABIC Typeface Text" panose="020B0603060202020204" pitchFamily="34" charset="0"/>
              </a:defRPr>
            </a:lvl1pPr>
            <a:lvl2pPr>
              <a:defRPr sz="1777">
                <a:solidFill>
                  <a:schemeClr val="tx1"/>
                </a:solidFill>
              </a:defRPr>
            </a:lvl2pPr>
            <a:lvl3pPr>
              <a:defRPr sz="1777">
                <a:solidFill>
                  <a:schemeClr val="tx1"/>
                </a:solidFill>
              </a:defRPr>
            </a:lvl3pPr>
            <a:lvl4pPr>
              <a:defRPr sz="1777">
                <a:solidFill>
                  <a:schemeClr val="tx1"/>
                </a:solidFill>
              </a:defRPr>
            </a:lvl4pPr>
            <a:lvl5pPr>
              <a:defRPr sz="1777">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Title 1"/>
          <p:cNvSpPr>
            <a:spLocks noGrp="1"/>
          </p:cNvSpPr>
          <p:nvPr>
            <p:ph type="title" hasCustomPrompt="1"/>
          </p:nvPr>
        </p:nvSpPr>
        <p:spPr>
          <a:xfrm>
            <a:off x="490180" y="406400"/>
            <a:ext cx="9924558" cy="577850"/>
          </a:xfrm>
        </p:spPr>
        <p:txBody>
          <a:bodyPr/>
          <a:lstStyle>
            <a:lvl1pPr>
              <a:defRPr>
                <a:solidFill>
                  <a:schemeClr val="tx1"/>
                </a:solidFill>
              </a:defRPr>
            </a:lvl1pPr>
          </a:lstStyle>
          <a:p>
            <a:r>
              <a:rPr lang="en-US" dirty="0" smtClean="0"/>
              <a:t>CLICK TO EDIT MASTER TITLE STYLE</a:t>
            </a:r>
            <a:endParaRPr lang="en-GB" dirty="0"/>
          </a:p>
        </p:txBody>
      </p:sp>
      <p:sp>
        <p:nvSpPr>
          <p:cNvPr id="21" name="Text Placeholder 7"/>
          <p:cNvSpPr>
            <a:spLocks noGrp="1"/>
          </p:cNvSpPr>
          <p:nvPr>
            <p:ph type="body" sz="quarter" idx="24"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2114275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n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0181" y="1876425"/>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2780333" y="1876425"/>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5" name="Content Placeholder 3"/>
          <p:cNvSpPr>
            <a:spLocks noGrp="1"/>
          </p:cNvSpPr>
          <p:nvPr>
            <p:ph sz="half" idx="10"/>
          </p:nvPr>
        </p:nvSpPr>
        <p:spPr>
          <a:xfrm>
            <a:off x="5078813" y="1876425"/>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6" name="Content Placeholder 3"/>
          <p:cNvSpPr>
            <a:spLocks noGrp="1"/>
          </p:cNvSpPr>
          <p:nvPr>
            <p:ph sz="half" idx="11"/>
          </p:nvPr>
        </p:nvSpPr>
        <p:spPr>
          <a:xfrm>
            <a:off x="7362018" y="1876424"/>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7" name="Content Placeholder 2"/>
          <p:cNvSpPr>
            <a:spLocks noGrp="1"/>
          </p:cNvSpPr>
          <p:nvPr>
            <p:ph sz="half" idx="12"/>
          </p:nvPr>
        </p:nvSpPr>
        <p:spPr>
          <a:xfrm>
            <a:off x="9667450" y="1876425"/>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8" name="Content Placeholder 2"/>
          <p:cNvSpPr>
            <a:spLocks noGrp="1"/>
          </p:cNvSpPr>
          <p:nvPr>
            <p:ph sz="half" idx="13"/>
          </p:nvPr>
        </p:nvSpPr>
        <p:spPr>
          <a:xfrm>
            <a:off x="490181" y="4000499"/>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9" name="Content Placeholder 3"/>
          <p:cNvSpPr>
            <a:spLocks noGrp="1"/>
          </p:cNvSpPr>
          <p:nvPr>
            <p:ph sz="half" idx="14"/>
          </p:nvPr>
        </p:nvSpPr>
        <p:spPr>
          <a:xfrm>
            <a:off x="2780333" y="4000499"/>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0" name="Content Placeholder 3"/>
          <p:cNvSpPr>
            <a:spLocks noGrp="1"/>
          </p:cNvSpPr>
          <p:nvPr>
            <p:ph sz="half" idx="15"/>
          </p:nvPr>
        </p:nvSpPr>
        <p:spPr>
          <a:xfrm>
            <a:off x="5078813" y="4000499"/>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3"/>
          <p:cNvSpPr>
            <a:spLocks noGrp="1"/>
          </p:cNvSpPr>
          <p:nvPr>
            <p:ph sz="half" idx="16"/>
          </p:nvPr>
        </p:nvSpPr>
        <p:spPr>
          <a:xfrm>
            <a:off x="7362018" y="4000498"/>
            <a:ext cx="2046869"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2" name="Content Placeholder 2"/>
          <p:cNvSpPr>
            <a:spLocks noGrp="1"/>
          </p:cNvSpPr>
          <p:nvPr>
            <p:ph sz="half" idx="17"/>
          </p:nvPr>
        </p:nvSpPr>
        <p:spPr>
          <a:xfrm>
            <a:off x="9667450" y="4000499"/>
            <a:ext cx="2046868" cy="1493840"/>
          </a:xfrm>
        </p:spPr>
        <p:txBody>
          <a:bodyPr/>
          <a:lstStyle>
            <a:lvl1pPr>
              <a:defRPr sz="1400">
                <a:solidFill>
                  <a:schemeClr val="tx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p:txBody>
      </p:sp>
      <p:sp>
        <p:nvSpPr>
          <p:cNvPr id="13" name="Content Placeholder 2"/>
          <p:cNvSpPr>
            <a:spLocks noGrp="1"/>
          </p:cNvSpPr>
          <p:nvPr>
            <p:ph sz="half" idx="18"/>
          </p:nvPr>
        </p:nvSpPr>
        <p:spPr>
          <a:xfrm>
            <a:off x="490181" y="1453897"/>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4" name="Content Placeholder 3"/>
          <p:cNvSpPr>
            <a:spLocks noGrp="1"/>
          </p:cNvSpPr>
          <p:nvPr>
            <p:ph sz="half" idx="19"/>
          </p:nvPr>
        </p:nvSpPr>
        <p:spPr>
          <a:xfrm>
            <a:off x="2780333" y="1453897"/>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5" name="Content Placeholder 3"/>
          <p:cNvSpPr>
            <a:spLocks noGrp="1"/>
          </p:cNvSpPr>
          <p:nvPr>
            <p:ph sz="half" idx="20"/>
          </p:nvPr>
        </p:nvSpPr>
        <p:spPr>
          <a:xfrm>
            <a:off x="5078813" y="1453897"/>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6" name="Content Placeholder 3"/>
          <p:cNvSpPr>
            <a:spLocks noGrp="1"/>
          </p:cNvSpPr>
          <p:nvPr>
            <p:ph sz="half" idx="21"/>
          </p:nvPr>
        </p:nvSpPr>
        <p:spPr>
          <a:xfrm>
            <a:off x="7362018" y="1453896"/>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7" name="Content Placeholder 2"/>
          <p:cNvSpPr>
            <a:spLocks noGrp="1"/>
          </p:cNvSpPr>
          <p:nvPr>
            <p:ph sz="half" idx="22"/>
          </p:nvPr>
        </p:nvSpPr>
        <p:spPr>
          <a:xfrm>
            <a:off x="9667450" y="1453897"/>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8" name="Content Placeholder 2"/>
          <p:cNvSpPr>
            <a:spLocks noGrp="1"/>
          </p:cNvSpPr>
          <p:nvPr>
            <p:ph sz="half" idx="23"/>
          </p:nvPr>
        </p:nvSpPr>
        <p:spPr>
          <a:xfrm>
            <a:off x="490181" y="3581400"/>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19" name="Content Placeholder 3"/>
          <p:cNvSpPr>
            <a:spLocks noGrp="1"/>
          </p:cNvSpPr>
          <p:nvPr>
            <p:ph sz="half" idx="24"/>
          </p:nvPr>
        </p:nvSpPr>
        <p:spPr>
          <a:xfrm>
            <a:off x="2780333" y="3581400"/>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0" name="Content Placeholder 3"/>
          <p:cNvSpPr>
            <a:spLocks noGrp="1"/>
          </p:cNvSpPr>
          <p:nvPr>
            <p:ph sz="half" idx="25"/>
          </p:nvPr>
        </p:nvSpPr>
        <p:spPr>
          <a:xfrm>
            <a:off x="5078813" y="3581400"/>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1" name="Content Placeholder 3"/>
          <p:cNvSpPr>
            <a:spLocks noGrp="1"/>
          </p:cNvSpPr>
          <p:nvPr>
            <p:ph sz="half" idx="26"/>
          </p:nvPr>
        </p:nvSpPr>
        <p:spPr>
          <a:xfrm>
            <a:off x="7362018" y="3581399"/>
            <a:ext cx="2046869"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2" name="Content Placeholder 2"/>
          <p:cNvSpPr>
            <a:spLocks noGrp="1"/>
          </p:cNvSpPr>
          <p:nvPr>
            <p:ph sz="half" idx="27"/>
          </p:nvPr>
        </p:nvSpPr>
        <p:spPr>
          <a:xfrm>
            <a:off x="9667450" y="3581400"/>
            <a:ext cx="2046868" cy="419100"/>
          </a:xfrm>
        </p:spPr>
        <p:txBody>
          <a:bodyPr/>
          <a:lstStyle>
            <a:lvl1pPr>
              <a:defRPr sz="1400" b="0">
                <a:solidFill>
                  <a:schemeClr val="tx1"/>
                </a:solidFill>
                <a:latin typeface="+mn-lt"/>
                <a:cs typeface="SABIC Typeface Text" panose="020B0603060202020204" pitchFamily="34" charset="0"/>
              </a:defRPr>
            </a:lvl1pPr>
            <a:lvl2pPr>
              <a:defRPr sz="1524">
                <a:solidFill>
                  <a:schemeClr val="tx1"/>
                </a:solidFill>
              </a:defRPr>
            </a:lvl2pPr>
            <a:lvl3pPr>
              <a:defRPr sz="1524">
                <a:solidFill>
                  <a:schemeClr val="tx1"/>
                </a:solidFill>
              </a:defRPr>
            </a:lvl3pPr>
            <a:lvl4pPr>
              <a:defRPr sz="1524">
                <a:solidFill>
                  <a:schemeClr val="tx1"/>
                </a:solidFill>
              </a:defRPr>
            </a:lvl4pPr>
            <a:lvl5pPr>
              <a:defRPr sz="1524">
                <a:solidFill>
                  <a:schemeClr val="tx1"/>
                </a:solidFill>
              </a:defRPr>
            </a:lvl5pPr>
            <a:lvl6pPr>
              <a:defRPr sz="2285"/>
            </a:lvl6pPr>
            <a:lvl7pPr>
              <a:defRPr sz="2285"/>
            </a:lvl7pPr>
            <a:lvl8pPr>
              <a:defRPr sz="2285"/>
            </a:lvl8pPr>
            <a:lvl9pPr>
              <a:defRPr sz="2285"/>
            </a:lvl9pPr>
          </a:lstStyle>
          <a:p>
            <a:pPr lvl="0"/>
            <a:r>
              <a:rPr lang="en-US" smtClean="0"/>
              <a:t>Edit Master text styles</a:t>
            </a:r>
          </a:p>
        </p:txBody>
      </p:sp>
      <p:sp>
        <p:nvSpPr>
          <p:cNvPr id="23" name="Title 1"/>
          <p:cNvSpPr>
            <a:spLocks noGrp="1"/>
          </p:cNvSpPr>
          <p:nvPr>
            <p:ph type="title" hasCustomPrompt="1"/>
          </p:nvPr>
        </p:nvSpPr>
        <p:spPr>
          <a:xfrm>
            <a:off x="490180" y="406400"/>
            <a:ext cx="9924558" cy="577850"/>
          </a:xfrm>
        </p:spPr>
        <p:txBody>
          <a:bodyPr/>
          <a:lstStyle>
            <a:lvl1pPr>
              <a:defRPr>
                <a:solidFill>
                  <a:schemeClr val="tx1"/>
                </a:solidFill>
              </a:defRPr>
            </a:lvl1pPr>
          </a:lstStyle>
          <a:p>
            <a:r>
              <a:rPr lang="en-US" dirty="0" smtClean="0"/>
              <a:t>CLICK TO EDIT MASTER TITLE STYLE</a:t>
            </a:r>
            <a:endParaRPr lang="en-GB" dirty="0"/>
          </a:p>
        </p:txBody>
      </p:sp>
      <p:sp>
        <p:nvSpPr>
          <p:cNvPr id="25" name="Text Placeholder 7"/>
          <p:cNvSpPr>
            <a:spLocks noGrp="1"/>
          </p:cNvSpPr>
          <p:nvPr>
            <p:ph type="body" sz="quarter" idx="28"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854197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solidFill>
              </a:defRPr>
            </a:lvl1pPr>
          </a:lstStyle>
          <a:p>
            <a:r>
              <a:rPr lang="en-US" dirty="0" smtClean="0"/>
              <a:t>CLICK TO EDIT MASTER TITLE STYLE</a:t>
            </a:r>
            <a:endParaRPr lang="en-GB" dirty="0"/>
          </a:p>
        </p:txBody>
      </p:sp>
      <p:sp>
        <p:nvSpPr>
          <p:cNvPr id="4" name="Chart Placeholder 3"/>
          <p:cNvSpPr>
            <a:spLocks noGrp="1"/>
          </p:cNvSpPr>
          <p:nvPr>
            <p:ph type="chart" sz="quarter" idx="10"/>
          </p:nvPr>
        </p:nvSpPr>
        <p:spPr>
          <a:xfrm>
            <a:off x="961033" y="2517775"/>
            <a:ext cx="10724853" cy="3359150"/>
          </a:xfrm>
        </p:spPr>
        <p:txBody>
          <a:bodyPr/>
          <a:lstStyle>
            <a:lvl1pPr>
              <a:defRPr>
                <a:solidFill>
                  <a:schemeClr val="tx1"/>
                </a:solidFill>
              </a:defRPr>
            </a:lvl1pPr>
          </a:lstStyle>
          <a:p>
            <a:r>
              <a:rPr lang="en-US" smtClean="0"/>
              <a:t>Click icon to add chart</a:t>
            </a:r>
            <a:endParaRPr lang="en-GB" dirty="0"/>
          </a:p>
        </p:txBody>
      </p:sp>
      <p:sp>
        <p:nvSpPr>
          <p:cNvPr id="6" name="Vertical Text Placeholder 5"/>
          <p:cNvSpPr>
            <a:spLocks noGrp="1"/>
          </p:cNvSpPr>
          <p:nvPr>
            <p:ph type="body" orient="vert" sz="quarter" idx="11"/>
          </p:nvPr>
        </p:nvSpPr>
        <p:spPr>
          <a:xfrm>
            <a:off x="495443" y="2517775"/>
            <a:ext cx="465589" cy="3359150"/>
          </a:xfrm>
        </p:spPr>
        <p:txBody>
          <a:bodyPr vert="vert270" anchor="b"/>
          <a:lstStyle>
            <a:lvl1pPr marL="0" indent="0" algn="ctr">
              <a:buFontTx/>
              <a:buNone/>
              <a:defRPr sz="1600">
                <a:solidFill>
                  <a:schemeClr val="tx1"/>
                </a:solidFill>
              </a:defRPr>
            </a:lvl1pPr>
          </a:lstStyle>
          <a:p>
            <a:pPr lvl="0"/>
            <a:r>
              <a:rPr lang="en-US" smtClean="0"/>
              <a:t>Edit Master text styles</a:t>
            </a:r>
          </a:p>
        </p:txBody>
      </p:sp>
      <p:sp>
        <p:nvSpPr>
          <p:cNvPr id="8" name="Text Placeholder 7"/>
          <p:cNvSpPr>
            <a:spLocks noGrp="1"/>
          </p:cNvSpPr>
          <p:nvPr>
            <p:ph type="body" sz="quarter" idx="12"/>
          </p:nvPr>
        </p:nvSpPr>
        <p:spPr>
          <a:xfrm>
            <a:off x="490181" y="5936197"/>
            <a:ext cx="11195705" cy="379413"/>
          </a:xfrm>
        </p:spPr>
        <p:txBody>
          <a:bodyPr/>
          <a:lstStyle>
            <a:lvl1pPr marL="0" indent="0" algn="ctr">
              <a:buFontTx/>
              <a:buNone/>
              <a:defRPr sz="1600">
                <a:solidFill>
                  <a:schemeClr val="tx1"/>
                </a:solidFill>
              </a:defRPr>
            </a:lvl1pPr>
          </a:lstStyle>
          <a:p>
            <a:pPr lvl="0"/>
            <a:r>
              <a:rPr lang="en-US" smtClean="0"/>
              <a:t>Edit Master text styles</a:t>
            </a:r>
          </a:p>
        </p:txBody>
      </p:sp>
      <p:sp>
        <p:nvSpPr>
          <p:cNvPr id="10" name="Text Placeholder 9"/>
          <p:cNvSpPr>
            <a:spLocks noGrp="1"/>
          </p:cNvSpPr>
          <p:nvPr>
            <p:ph type="body" sz="quarter" idx="13"/>
          </p:nvPr>
        </p:nvSpPr>
        <p:spPr>
          <a:xfrm>
            <a:off x="490181" y="1455741"/>
            <a:ext cx="11195706" cy="877887"/>
          </a:xfrm>
        </p:spPr>
        <p:txBody>
          <a:bodyPr/>
          <a:lstStyle>
            <a:lvl1pPr>
              <a:defRPr>
                <a:solidFill>
                  <a:schemeClr val="tx1"/>
                </a:solidFill>
              </a:defRPr>
            </a:lvl1pPr>
            <a:lvl2pPr>
              <a:defRPr>
                <a:solidFill>
                  <a:schemeClr val="tx1"/>
                </a:solidFill>
              </a:defRPr>
            </a:lvl2pPr>
          </a:lstStyle>
          <a:p>
            <a:pPr lvl="0"/>
            <a:r>
              <a:rPr lang="en-US" smtClean="0"/>
              <a:t>Edit Master text styles</a:t>
            </a:r>
          </a:p>
          <a:p>
            <a:pPr lvl="1"/>
            <a:r>
              <a:rPr lang="en-US" smtClean="0"/>
              <a:t>Second level</a:t>
            </a:r>
          </a:p>
        </p:txBody>
      </p:sp>
      <p:sp>
        <p:nvSpPr>
          <p:cNvPr id="12" name="Text Placeholder 11"/>
          <p:cNvSpPr>
            <a:spLocks noGrp="1"/>
          </p:cNvSpPr>
          <p:nvPr>
            <p:ph type="body" sz="quarter" idx="14"/>
          </p:nvPr>
        </p:nvSpPr>
        <p:spPr>
          <a:xfrm>
            <a:off x="8340090" y="4346575"/>
            <a:ext cx="3345796" cy="1062038"/>
          </a:xfrm>
        </p:spPr>
        <p:txBody>
          <a:bodyPr/>
          <a:lstStyle>
            <a:lvl1pPr marL="0" indent="0">
              <a:buFontTx/>
              <a:buNone/>
              <a:defRPr sz="1200" b="0">
                <a:solidFill>
                  <a:schemeClr val="tx1"/>
                </a:solidFill>
              </a:defRPr>
            </a:lvl1pPr>
            <a:lvl2pPr marL="161239" indent="0">
              <a:buFontTx/>
              <a:buNone/>
              <a:defRPr sz="1200">
                <a:solidFill>
                  <a:schemeClr val="tx1"/>
                </a:solidFill>
              </a:defRPr>
            </a:lvl2pPr>
            <a:lvl3pPr marL="457518" indent="0">
              <a:buFontTx/>
              <a:buNone/>
              <a:defRPr sz="1270"/>
            </a:lvl3pPr>
            <a:lvl4pPr marL="792087" indent="0">
              <a:buFontTx/>
              <a:buNone/>
              <a:defRPr sz="1270"/>
            </a:lvl4pPr>
            <a:lvl5pPr marL="1152860" indent="0">
              <a:buFontTx/>
              <a:buNone/>
              <a:defRPr sz="1270"/>
            </a:lvl5pPr>
          </a:lstStyle>
          <a:p>
            <a:pPr lvl="0"/>
            <a:r>
              <a:rPr lang="en-US" smtClean="0"/>
              <a:t>Edit Master text styles</a:t>
            </a:r>
          </a:p>
          <a:p>
            <a:pPr lvl="1"/>
            <a:r>
              <a:rPr lang="en-US" smtClean="0"/>
              <a:t>Second level</a:t>
            </a:r>
          </a:p>
        </p:txBody>
      </p:sp>
      <p:sp>
        <p:nvSpPr>
          <p:cNvPr id="11" name="Text Placeholder 7"/>
          <p:cNvSpPr>
            <a:spLocks noGrp="1"/>
          </p:cNvSpPr>
          <p:nvPr>
            <p:ph type="body" sz="quarter" idx="15"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87394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ase Study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solidFill>
              </a:defRPr>
            </a:lvl1pPr>
          </a:lstStyle>
          <a:p>
            <a:r>
              <a:rPr lang="en-US" dirty="0" smtClean="0"/>
              <a:t>CLICK TO EDIT MASTER TITLE STYLE</a:t>
            </a:r>
            <a:endParaRPr lang="en-GB" dirty="0"/>
          </a:p>
        </p:txBody>
      </p:sp>
      <p:sp>
        <p:nvSpPr>
          <p:cNvPr id="4" name="Picture Placeholder 3"/>
          <p:cNvSpPr>
            <a:spLocks noGrp="1"/>
          </p:cNvSpPr>
          <p:nvPr>
            <p:ph type="pic" sz="quarter" idx="10"/>
          </p:nvPr>
        </p:nvSpPr>
        <p:spPr>
          <a:xfrm>
            <a:off x="496357" y="1272093"/>
            <a:ext cx="11196078" cy="5052414"/>
          </a:xfrm>
          <a:prstGeom prst="rect">
            <a:avLst/>
          </a:prstGeom>
        </p:spPr>
        <p:txBody>
          <a:bodyPr/>
          <a:lstStyle>
            <a:lvl1pPr>
              <a:defRPr>
                <a:solidFill>
                  <a:schemeClr val="tx1"/>
                </a:solidFill>
              </a:defRPr>
            </a:lvl1pPr>
          </a:lstStyle>
          <a:p>
            <a:r>
              <a:rPr lang="en-US" smtClean="0"/>
              <a:t>Click icon to add picture</a:t>
            </a:r>
            <a:endParaRPr lang="en-GB" dirty="0"/>
          </a:p>
        </p:txBody>
      </p:sp>
      <p:sp>
        <p:nvSpPr>
          <p:cNvPr id="6" name="Text Placeholder 7"/>
          <p:cNvSpPr>
            <a:spLocks noGrp="1"/>
          </p:cNvSpPr>
          <p:nvPr>
            <p:ph type="body" sz="quarter" idx="12" hasCustomPrompt="1"/>
          </p:nvPr>
        </p:nvSpPr>
        <p:spPr>
          <a:xfrm>
            <a:off x="490179" y="6522335"/>
            <a:ext cx="7277590" cy="130805"/>
          </a:xfrm>
          <a:prstGeom prst="rect">
            <a:avLst/>
          </a:prstGeom>
        </p:spPr>
        <p:txBody>
          <a:bodyPr wrap="square">
            <a:noAutofit/>
          </a:bodyPr>
          <a:lstStyle>
            <a:lvl1pPr>
              <a:defRPr sz="850" b="0" cap="none" baseline="0"/>
            </a:lvl1pPr>
          </a:lstStyle>
          <a:p>
            <a:pPr lvl="0"/>
            <a:r>
              <a:rPr lang="en-US" dirty="0" smtClean="0"/>
              <a:t>Footer: Information Source, Trademark attribution, Confidentiality Marks (8.5pts) </a:t>
            </a:r>
          </a:p>
        </p:txBody>
      </p:sp>
    </p:spTree>
    <p:extLst>
      <p:ext uri="{BB962C8B-B14F-4D97-AF65-F5344CB8AC3E}">
        <p14:creationId xmlns:p14="http://schemas.microsoft.com/office/powerpoint/2010/main" val="2519510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Blank Pag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74615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Purpos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45337" y="3191292"/>
            <a:ext cx="6501326" cy="475416"/>
          </a:xfrm>
          <a:prstGeom prst="rect">
            <a:avLst/>
          </a:prstGeom>
        </p:spPr>
      </p:pic>
    </p:spTree>
    <p:extLst>
      <p:ext uri="{BB962C8B-B14F-4D97-AF65-F5344CB8AC3E}">
        <p14:creationId xmlns:p14="http://schemas.microsoft.com/office/powerpoint/2010/main" val="3333084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Purpose AR">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81222" y="2923361"/>
            <a:ext cx="4829556" cy="972860"/>
          </a:xfrm>
          <a:prstGeom prst="rect">
            <a:avLst/>
          </a:prstGeom>
        </p:spPr>
      </p:pic>
    </p:spTree>
    <p:extLst>
      <p:ext uri="{BB962C8B-B14F-4D97-AF65-F5344CB8AC3E}">
        <p14:creationId xmlns:p14="http://schemas.microsoft.com/office/powerpoint/2010/main" val="333181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Thank You Blue">
    <p:bg>
      <p:bgPr>
        <a:gradFill>
          <a:gsLst>
            <a:gs pos="10000">
              <a:srgbClr val="0047BB"/>
            </a:gs>
            <a:gs pos="90000">
              <a:schemeClr val="accent1"/>
            </a:gs>
          </a:gsLst>
          <a:lin ang="0" scaled="1"/>
        </a:gra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0" hasCustomPrompt="1"/>
          </p:nvPr>
        </p:nvSpPr>
        <p:spPr>
          <a:xfrm>
            <a:off x="490177" y="1828800"/>
            <a:ext cx="11226259" cy="1661993"/>
          </a:xfrm>
          <a:prstGeom prst="rect">
            <a:avLst/>
          </a:prstGeom>
        </p:spPr>
        <p:txBody>
          <a:bodyPr lIns="0" tIns="0" rIns="0" bIns="0" anchor="ctr">
            <a:noAutofit/>
          </a:bodyPr>
          <a:lstStyle>
            <a:lvl1pPr algn="ctr">
              <a:defRPr sz="5400" b="0" cap="all" baseline="0">
                <a:solidFill>
                  <a:schemeClr val="bg1"/>
                </a:solidFill>
                <a:latin typeface="+mj-lt"/>
              </a:defRPr>
            </a:lvl1pPr>
          </a:lstStyle>
          <a:p>
            <a:pPr lvl="0"/>
            <a:r>
              <a:rPr lang="en-US" dirty="0" smtClean="0"/>
              <a:t>Insert Thank You</a:t>
            </a:r>
            <a:br>
              <a:rPr lang="en-US" dirty="0" smtClean="0"/>
            </a:br>
            <a:r>
              <a:rPr lang="en-US" dirty="0" smtClean="0"/>
              <a:t>Message Here</a:t>
            </a:r>
          </a:p>
        </p:txBody>
      </p:sp>
    </p:spTree>
    <p:extLst>
      <p:ext uri="{BB962C8B-B14F-4D97-AF65-F5344CB8AC3E}">
        <p14:creationId xmlns:p14="http://schemas.microsoft.com/office/powerpoint/2010/main" val="32185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Thank You Orange">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5" name="Text Placeholder 8"/>
          <p:cNvSpPr>
            <a:spLocks noGrp="1"/>
          </p:cNvSpPr>
          <p:nvPr>
            <p:ph type="body" sz="quarter" idx="10" hasCustomPrompt="1"/>
          </p:nvPr>
        </p:nvSpPr>
        <p:spPr>
          <a:xfrm>
            <a:off x="490177" y="1828800"/>
            <a:ext cx="11226259" cy="1661993"/>
          </a:xfrm>
          <a:prstGeom prst="rect">
            <a:avLst/>
          </a:prstGeom>
        </p:spPr>
        <p:txBody>
          <a:bodyPr lIns="0" tIns="0" rIns="0" bIns="0" anchor="ctr">
            <a:noAutofit/>
          </a:bodyPr>
          <a:lstStyle>
            <a:lvl1pPr algn="ctr">
              <a:defRPr sz="5400" b="0" cap="all" baseline="0">
                <a:solidFill>
                  <a:schemeClr val="bg1"/>
                </a:solidFill>
                <a:latin typeface="+mj-lt"/>
              </a:defRPr>
            </a:lvl1pPr>
          </a:lstStyle>
          <a:p>
            <a:pPr lvl="0"/>
            <a:r>
              <a:rPr lang="en-US" dirty="0" smtClean="0"/>
              <a:t>Insert Thank You</a:t>
            </a:r>
            <a:br>
              <a:rPr lang="en-US" dirty="0" smtClean="0"/>
            </a:br>
            <a:r>
              <a:rPr lang="en-US" dirty="0" smtClean="0"/>
              <a:t>Message Here</a:t>
            </a:r>
          </a:p>
        </p:txBody>
      </p:sp>
    </p:spTree>
    <p:extLst>
      <p:ext uri="{BB962C8B-B14F-4D97-AF65-F5344CB8AC3E}">
        <p14:creationId xmlns:p14="http://schemas.microsoft.com/office/powerpoint/2010/main" val="27757804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hank You Coll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69"/>
            <a:ext cx="12193191" cy="6857330"/>
          </a:xfrm>
          <a:prstGeom prst="rect">
            <a:avLst/>
          </a:prstGeom>
        </p:spPr>
      </p:pic>
      <p:sp>
        <p:nvSpPr>
          <p:cNvPr id="2" name="Rectangle 1"/>
          <p:cNvSpPr/>
          <p:nvPr/>
        </p:nvSpPr>
        <p:spPr bwMode="auto">
          <a:xfrm>
            <a:off x="3039320" y="2859605"/>
            <a:ext cx="6102221" cy="1004467"/>
          </a:xfrm>
          <a:prstGeom prst="rect">
            <a:avLst/>
          </a:prstGeom>
          <a:solidFill>
            <a:srgbClr val="FFFFFF">
              <a:alpha val="69804"/>
            </a:srgbClr>
          </a:solidFill>
          <a:ln w="9525" cap="flat" cmpd="sng" algn="ctr">
            <a:noFill/>
            <a:prstDash val="solid"/>
            <a:round/>
            <a:headEnd type="none" w="med" len="med"/>
            <a:tailEnd type="none" w="med" len="med"/>
          </a:ln>
          <a:effectLst/>
          <a:extLst/>
        </p:spPr>
        <p:txBody>
          <a:bodyPr vert="horz" wrap="square" lIns="91413" tIns="91413" rIns="91413" bIns="91413" numCol="1" rtlCol="0" anchor="ctr" anchorCtr="0" compatLnSpc="1">
            <a:prstTxWarp prst="textNoShape">
              <a:avLst/>
            </a:prstTxWarp>
          </a:bodyPr>
          <a:lstStyle/>
          <a:p>
            <a:pPr marL="0" marR="0" indent="0" algn="ctr" defTabSz="1160924" rtl="0" eaLnBrk="1" fontAlgn="base" latinLnBrk="0" hangingPunct="1">
              <a:lnSpc>
                <a:spcPct val="100000"/>
              </a:lnSpc>
              <a:spcBef>
                <a:spcPct val="0"/>
              </a:spcBef>
              <a:spcAft>
                <a:spcPct val="0"/>
              </a:spcAft>
              <a:buClrTx/>
              <a:buSzTx/>
              <a:buFont typeface="Wingdings" pitchFamily="2" charset="2"/>
              <a:buNone/>
              <a:tabLst/>
            </a:pPr>
            <a:endParaRPr kumimoji="0" lang="en-US" sz="2033" b="0" i="0" u="none" strike="noStrike" cap="none" normalizeH="0" baseline="0" dirty="0" smtClean="0">
              <a:ln>
                <a:noFill/>
              </a:ln>
              <a:solidFill>
                <a:schemeClr val="tx1"/>
              </a:solidFill>
              <a:effectLst/>
              <a:latin typeface="Arial" pitchFamily="34" charset="0"/>
            </a:endParaRPr>
          </a:p>
        </p:txBody>
      </p:sp>
      <p:sp>
        <p:nvSpPr>
          <p:cNvPr id="6" name="Text Placeholder 8"/>
          <p:cNvSpPr>
            <a:spLocks noGrp="1"/>
          </p:cNvSpPr>
          <p:nvPr>
            <p:ph type="body" sz="quarter" idx="11" hasCustomPrompt="1"/>
          </p:nvPr>
        </p:nvSpPr>
        <p:spPr>
          <a:xfrm>
            <a:off x="3044858" y="2927187"/>
            <a:ext cx="6105546" cy="830997"/>
          </a:xfrm>
          <a:prstGeom prst="rect">
            <a:avLst/>
          </a:prstGeom>
        </p:spPr>
        <p:txBody>
          <a:bodyPr wrap="square" lIns="0" tIns="0" rIns="0" bIns="0" anchor="ctr">
            <a:noAutofit/>
          </a:bodyPr>
          <a:lstStyle>
            <a:lvl1pPr algn="ctr">
              <a:defRPr sz="5400" b="0" cap="all" baseline="0">
                <a:solidFill>
                  <a:schemeClr val="accent1"/>
                </a:solidFill>
                <a:latin typeface="+mj-lt"/>
              </a:defRPr>
            </a:lvl1pPr>
          </a:lstStyle>
          <a:p>
            <a:pPr lvl="0"/>
            <a:r>
              <a:rPr lang="en-US" dirty="0" smtClean="0"/>
              <a:t>Thank you</a:t>
            </a:r>
          </a:p>
        </p:txBody>
      </p:sp>
    </p:spTree>
    <p:extLst>
      <p:ext uri="{BB962C8B-B14F-4D97-AF65-F5344CB8AC3E}">
        <p14:creationId xmlns:p14="http://schemas.microsoft.com/office/powerpoint/2010/main" val="3559952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title" preserve="1">
  <p:cSld name="Cover Style 1">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r="3440" b="23084"/>
          <a:stretch/>
        </p:blipFill>
        <p:spPr>
          <a:xfrm>
            <a:off x="4815840" y="3237924"/>
            <a:ext cx="7376160" cy="3620076"/>
          </a:xfrm>
          <a:prstGeom prst="rect">
            <a:avLst/>
          </a:prstGeom>
        </p:spPr>
      </p:pic>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l="2222" r="5621"/>
          <a:stretch/>
        </p:blipFill>
        <p:spPr>
          <a:xfrm>
            <a:off x="0" y="2185416"/>
            <a:ext cx="12192000" cy="3845977"/>
          </a:xfrm>
          <a:prstGeom prst="rect">
            <a:avLst/>
          </a:prstGeom>
        </p:spPr>
      </p:pic>
      <p:sp>
        <p:nvSpPr>
          <p:cNvPr id="6147" name="Rectangle 3"/>
          <p:cNvSpPr>
            <a:spLocks noGrp="1" noChangeArrowheads="1"/>
          </p:cNvSpPr>
          <p:nvPr>
            <p:ph type="subTitle" idx="1" hasCustomPrompt="1"/>
          </p:nvPr>
        </p:nvSpPr>
        <p:spPr>
          <a:xfrm>
            <a:off x="731521" y="2855158"/>
            <a:ext cx="5921735" cy="181243"/>
          </a:xfrm>
        </p:spPr>
        <p:txBody>
          <a:bodyPr/>
          <a:lstStyle>
            <a:lvl1pPr marL="0" indent="0">
              <a:lnSpc>
                <a:spcPct val="100000"/>
              </a:lnSpc>
              <a:buFont typeface="Arial" pitchFamily="34" charset="0"/>
              <a:buNone/>
              <a:defRPr sz="1200" cap="all" baseline="0">
                <a:solidFill>
                  <a:schemeClr val="tx1"/>
                </a:solidFill>
                <a:latin typeface="SABIC Typeface Headline" panose="020B0603060202020204" pitchFamily="34" charset="0"/>
                <a:cs typeface="SABIC Typeface Headline" panose="020B0603060202020204" pitchFamily="34" charset="0"/>
              </a:defRPr>
            </a:lvl1pPr>
          </a:lstStyle>
          <a:p>
            <a:pPr lvl="0"/>
            <a:r>
              <a:rPr lang="en-US" dirty="0" smtClean="0"/>
              <a:t>Short Subhead all caps (12pt regular) optional</a:t>
            </a:r>
            <a:endParaRPr lang="ar-SA" dirty="0" smtClean="0"/>
          </a:p>
        </p:txBody>
      </p:sp>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680449" y="514285"/>
            <a:ext cx="1802460" cy="926014"/>
          </a:xfrm>
          <a:prstGeom prst="rect">
            <a:avLst/>
          </a:prstGeom>
        </p:spPr>
      </p:pic>
      <p:pic>
        <p:nvPicPr>
          <p:cNvPr id="11" name="Picture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3523" y="736036"/>
            <a:ext cx="3000895" cy="219444"/>
          </a:xfrm>
          <a:prstGeom prst="rect">
            <a:avLst/>
          </a:prstGeom>
        </p:spPr>
      </p:pic>
      <p:sp>
        <p:nvSpPr>
          <p:cNvPr id="6146" name="Rectangle 2"/>
          <p:cNvSpPr>
            <a:spLocks noGrp="1" noChangeArrowheads="1"/>
          </p:cNvSpPr>
          <p:nvPr>
            <p:ph type="ctrTitle" hasCustomPrompt="1"/>
          </p:nvPr>
        </p:nvSpPr>
        <p:spPr>
          <a:xfrm>
            <a:off x="731521" y="1673352"/>
            <a:ext cx="8961119" cy="1097280"/>
          </a:xfrm>
        </p:spPr>
        <p:txBody>
          <a:bodyPr anchor="b"/>
          <a:lstStyle>
            <a:lvl1pPr>
              <a:defRPr sz="3600">
                <a:solidFill>
                  <a:schemeClr val="accent5"/>
                </a:solidFill>
              </a:defRPr>
            </a:lvl1pPr>
          </a:lstStyle>
          <a:p>
            <a:pPr lvl="0"/>
            <a:r>
              <a:rPr lang="en-US" dirty="0" smtClean="0"/>
              <a:t>headline all caps (36pt light) </a:t>
            </a:r>
            <a:br>
              <a:rPr lang="en-US" dirty="0" smtClean="0"/>
            </a:br>
            <a:r>
              <a:rPr lang="en-US" dirty="0" smtClean="0"/>
              <a:t>two lines maximum</a:t>
            </a:r>
            <a:endParaRPr lang="en-GB" noProof="0" dirty="0" smtClean="0"/>
          </a:p>
        </p:txBody>
      </p:sp>
    </p:spTree>
    <p:extLst>
      <p:ext uri="{BB962C8B-B14F-4D97-AF65-F5344CB8AC3E}">
        <p14:creationId xmlns:p14="http://schemas.microsoft.com/office/powerpoint/2010/main" val="3118790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secHead" preserve="1">
  <p:cSld name="Blue Divider Slide">
    <p:bg>
      <p:bgPr>
        <a:gradFill flip="none" rotWithShape="1">
          <a:gsLst>
            <a:gs pos="10000">
              <a:srgbClr val="0047BB"/>
            </a:gs>
            <a:gs pos="90000">
              <a:schemeClr val="accent1"/>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80" y="1460400"/>
            <a:ext cx="10436059" cy="1702205"/>
          </a:xfrm>
        </p:spPr>
        <p:txBody>
          <a:bodyPr anchor="t"/>
          <a:lstStyle>
            <a:lvl1pPr algn="l">
              <a:defRPr sz="4400" b="0" cap="all" baseline="0">
                <a:solidFill>
                  <a:schemeClr val="bg1"/>
                </a:solidFill>
              </a:defRPr>
            </a:lvl1pPr>
          </a:lstStyle>
          <a:p>
            <a:r>
              <a:rPr lang="en-US" dirty="0" smtClean="0"/>
              <a:t>Click to edit SLIDE DIVIDER TEXT</a:t>
            </a:r>
            <a:endParaRPr lang="en-GB" dirty="0"/>
          </a:p>
        </p:txBody>
      </p:sp>
      <p:sp>
        <p:nvSpPr>
          <p:cNvPr id="3" name="Text Placeholder 2"/>
          <p:cNvSpPr>
            <a:spLocks noGrp="1"/>
          </p:cNvSpPr>
          <p:nvPr>
            <p:ph type="body" idx="1" hasCustomPrompt="1"/>
          </p:nvPr>
        </p:nvSpPr>
        <p:spPr>
          <a:xfrm>
            <a:off x="490181" y="406401"/>
            <a:ext cx="9942654" cy="577849"/>
          </a:xfrm>
        </p:spPr>
        <p:txBody>
          <a:bodyPr anchor="b"/>
          <a:lstStyle>
            <a:lvl1pPr marL="0" indent="0">
              <a:buNone/>
              <a:defRPr sz="2000" cap="all" baseline="0">
                <a:solidFill>
                  <a:schemeClr val="bg1"/>
                </a:solidFill>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PRESENTATION RUNNING HEAD</a:t>
            </a:r>
          </a:p>
        </p:txBody>
      </p:sp>
      <p:sp>
        <p:nvSpPr>
          <p:cNvPr id="4" name="Rectangle 3"/>
          <p:cNvSpPr/>
          <p:nvPr userDrawn="1"/>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5" name="Rectangle 4"/>
          <p:cNvSpPr/>
          <p:nvPr userDrawn="1"/>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Tree>
    <p:extLst>
      <p:ext uri="{BB962C8B-B14F-4D97-AF65-F5344CB8AC3E}">
        <p14:creationId xmlns:p14="http://schemas.microsoft.com/office/powerpoint/2010/main" val="27118209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secHead" preserve="1">
  <p:cSld name="Orange Divider Slide">
    <p:bg>
      <p:bgPr>
        <a:gradFill flip="none" rotWithShape="1">
          <a:gsLst>
            <a:gs pos="10000">
              <a:srgbClr val="FFA300"/>
            </a:gs>
            <a:gs pos="90000">
              <a:schemeClr val="accent2"/>
            </a:gs>
          </a:gsLst>
          <a:lin ang="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0180" y="1460401"/>
            <a:ext cx="10436060" cy="1702206"/>
          </a:xfrm>
        </p:spPr>
        <p:txBody>
          <a:bodyPr anchor="t"/>
          <a:lstStyle>
            <a:lvl1pPr algn="l">
              <a:defRPr sz="4400" b="0" cap="all" baseline="0">
                <a:solidFill>
                  <a:schemeClr val="bg1"/>
                </a:solidFill>
              </a:defRPr>
            </a:lvl1pPr>
          </a:lstStyle>
          <a:p>
            <a:r>
              <a:rPr lang="en-US" dirty="0" smtClean="0"/>
              <a:t>Click to edit SLIDE DIVIDER TEXT</a:t>
            </a:r>
            <a:endParaRPr lang="en-GB" dirty="0"/>
          </a:p>
        </p:txBody>
      </p:sp>
      <p:sp>
        <p:nvSpPr>
          <p:cNvPr id="3" name="Text Placeholder 2"/>
          <p:cNvSpPr>
            <a:spLocks noGrp="1"/>
          </p:cNvSpPr>
          <p:nvPr>
            <p:ph type="body" idx="1" hasCustomPrompt="1"/>
          </p:nvPr>
        </p:nvSpPr>
        <p:spPr>
          <a:xfrm>
            <a:off x="490181" y="406401"/>
            <a:ext cx="9942654" cy="577849"/>
          </a:xfrm>
        </p:spPr>
        <p:txBody>
          <a:bodyPr anchor="b"/>
          <a:lstStyle>
            <a:lvl1pPr marL="0" indent="0">
              <a:buNone/>
              <a:defRPr sz="2000" cap="all" baseline="0">
                <a:solidFill>
                  <a:schemeClr val="bg1"/>
                </a:solidFill>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PRESENTATION RUNNING HEAD</a:t>
            </a:r>
          </a:p>
        </p:txBody>
      </p:sp>
      <p:sp>
        <p:nvSpPr>
          <p:cNvPr id="4" name="Rectangle 3"/>
          <p:cNvSpPr/>
          <p:nvPr userDrawn="1"/>
        </p:nvSpPr>
        <p:spPr>
          <a:xfrm flipV="1">
            <a:off x="485847" y="6438618"/>
            <a:ext cx="11238004" cy="274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5" name="Rectangle 4"/>
          <p:cNvSpPr/>
          <p:nvPr userDrawn="1"/>
        </p:nvSpPr>
        <p:spPr>
          <a:xfrm>
            <a:off x="485715" y="1123002"/>
            <a:ext cx="11232230" cy="3091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Tree>
    <p:extLst>
      <p:ext uri="{BB962C8B-B14F-4D97-AF65-F5344CB8AC3E}">
        <p14:creationId xmlns:p14="http://schemas.microsoft.com/office/powerpoint/2010/main" val="2694010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8197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image" Target="../media/image1.png"/><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theme" Target="../theme/theme2.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slideLayout" Target="../slideLayouts/slideLayout98.xml"/><Relationship Id="rId3" Type="http://schemas.openxmlformats.org/officeDocument/2006/relationships/slideLayout" Target="../slideLayouts/slideLayout75.xml"/><Relationship Id="rId21" Type="http://schemas.openxmlformats.org/officeDocument/2006/relationships/slideLayout" Target="../slideLayouts/slideLayout93.xml"/><Relationship Id="rId34" Type="http://schemas.openxmlformats.org/officeDocument/2006/relationships/slideLayout" Target="../slideLayouts/slideLayout106.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38" Type="http://schemas.openxmlformats.org/officeDocument/2006/relationships/image" Target="../media/image1.png"/><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slideLayout" Target="../slideLayouts/slideLayout92.xml"/><Relationship Id="rId29" Type="http://schemas.openxmlformats.org/officeDocument/2006/relationships/slideLayout" Target="../slideLayouts/slideLayout101.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37" Type="http://schemas.openxmlformats.org/officeDocument/2006/relationships/theme" Target="../theme/theme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slideLayout" Target="../slideLayouts/slideLayout108.xml"/><Relationship Id="rId10" Type="http://schemas.openxmlformats.org/officeDocument/2006/relationships/slideLayout" Target="../slideLayouts/slideLayout82.xml"/><Relationship Id="rId19" Type="http://schemas.openxmlformats.org/officeDocument/2006/relationships/slideLayout" Target="../slideLayouts/slideLayout91.xml"/><Relationship Id="rId31" Type="http://schemas.openxmlformats.org/officeDocument/2006/relationships/slideLayout" Target="../slideLayouts/slideLayout103.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slideLayout" Target="../slideLayouts/slideLayout10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85715" y="1281017"/>
            <a:ext cx="11206687" cy="5026453"/>
          </a:xfrm>
          <a:prstGeom prst="rect">
            <a:avLst/>
          </a:prstGeom>
        </p:spPr>
        <p:txBody>
          <a:bodyPr vert="horz" lIns="0" tIns="0" rIns="0" bIns="0" rtlCol="0">
            <a:no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26" name="Rectangle 2"/>
          <p:cNvSpPr>
            <a:spLocks noGrp="1" noChangeArrowheads="1"/>
          </p:cNvSpPr>
          <p:nvPr>
            <p:ph type="title"/>
          </p:nvPr>
        </p:nvSpPr>
        <p:spPr bwMode="auto">
          <a:xfrm>
            <a:off x="490180" y="406400"/>
            <a:ext cx="9942654"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dirty="0" smtClean="0">
                <a:solidFill>
                  <a:schemeClr val="tx2"/>
                </a:solidFill>
              </a:rPr>
              <a:t>Headline in caps (20pt light)</a:t>
            </a:r>
            <a:endParaRPr lang="en-GB" dirty="0" smtClean="0"/>
          </a:p>
        </p:txBody>
      </p:sp>
      <p:sp>
        <p:nvSpPr>
          <p:cNvPr id="1033" name="Rectangle 9"/>
          <p:cNvSpPr>
            <a:spLocks noChangeArrowheads="1"/>
          </p:cNvSpPr>
          <p:nvPr/>
        </p:nvSpPr>
        <p:spPr bwMode="invGray">
          <a:xfrm>
            <a:off x="10926241" y="6508723"/>
            <a:ext cx="782029" cy="175882"/>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tx1"/>
                </a:solidFill>
                <a:latin typeface="+mn-lt"/>
              </a:rPr>
              <a:pPr algn="r" eaLnBrk="0" hangingPunct="0">
                <a:buFontTx/>
                <a:buNone/>
              </a:pPr>
              <a:t>‹#›</a:t>
            </a:fld>
            <a:endParaRPr lang="en-GB" sz="900" dirty="0">
              <a:solidFill>
                <a:schemeClr val="tx1"/>
              </a:solidFill>
              <a:latin typeface="+mn-lt"/>
            </a:endParaRPr>
          </a:p>
        </p:txBody>
      </p:sp>
      <p:sp>
        <p:nvSpPr>
          <p:cNvPr id="15" name="Rectangle 14"/>
          <p:cNvSpPr/>
          <p:nvPr/>
        </p:nvSpPr>
        <p:spPr>
          <a:xfrm flipV="1">
            <a:off x="485847" y="6438618"/>
            <a:ext cx="11238004" cy="27432"/>
          </a:xfrm>
          <a:prstGeom prst="rect">
            <a:avLst/>
          </a:prstGeom>
          <a:gradFill flip="none" rotWithShape="1">
            <a:gsLst>
              <a:gs pos="90000">
                <a:schemeClr val="accent2"/>
              </a:gs>
              <a:gs pos="10000">
                <a:srgbClr val="FFA300"/>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4" name="Rectangle 13"/>
          <p:cNvSpPr/>
          <p:nvPr/>
        </p:nvSpPr>
        <p:spPr>
          <a:xfrm>
            <a:off x="485715" y="1123002"/>
            <a:ext cx="11232230" cy="30913"/>
          </a:xfrm>
          <a:prstGeom prst="rect">
            <a:avLst/>
          </a:prstGeom>
          <a:gradFill flip="none" rotWithShape="1">
            <a:gsLst>
              <a:gs pos="10000">
                <a:schemeClr val="accent1"/>
              </a:gs>
              <a:gs pos="90000">
                <a:srgbClr val="0047BB"/>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5" name="Rectangle 4"/>
          <p:cNvSpPr/>
          <p:nvPr userDrawn="1"/>
        </p:nvSpPr>
        <p:spPr bwMode="auto">
          <a:xfrm>
            <a:off x="-126694" y="1185130"/>
            <a:ext cx="5572" cy="27432"/>
          </a:xfrm>
          <a:prstGeom prst="rect">
            <a:avLst/>
          </a:prstGeom>
          <a:solidFill>
            <a:schemeClr val="accent1"/>
          </a:solidFill>
          <a:ln w="9525" cap="flat" cmpd="sng" algn="ctr">
            <a:noFill/>
            <a:prstDash val="solid"/>
            <a:round/>
            <a:headEnd type="none" w="med" len="med"/>
            <a:tailEnd type="none" w="med" len="med"/>
          </a:ln>
          <a:effectLst/>
          <a:extLst/>
        </p:spPr>
        <p:txBody>
          <a:bodyPr vert="horz" wrap="square" lIns="91413" tIns="91413" rIns="91413" bIns="91413" numCol="1" rtlCol="0" anchor="ctr" anchorCtr="0" compatLnSpc="1">
            <a:prstTxWarp prst="textNoShape">
              <a:avLst/>
            </a:prstTxWarp>
          </a:bodyPr>
          <a:lstStyle/>
          <a:p>
            <a:pPr marL="0" marR="0" indent="0" algn="ctr" defTabSz="1160922" rtl="0" eaLnBrk="1" fontAlgn="base" latinLnBrk="0" hangingPunct="1">
              <a:lnSpc>
                <a:spcPct val="100000"/>
              </a:lnSpc>
              <a:spcBef>
                <a:spcPct val="0"/>
              </a:spcBef>
              <a:spcAft>
                <a:spcPct val="0"/>
              </a:spcAft>
              <a:buClrTx/>
              <a:buSzTx/>
              <a:buFont typeface="Wingdings" pitchFamily="2" charset="2"/>
              <a:buNone/>
              <a:tabLst/>
            </a:pPr>
            <a:endParaRPr kumimoji="0" lang="en-US" sz="2031" b="0" i="0" u="none" strike="noStrike" cap="none" normalizeH="0" baseline="0" dirty="0" smtClean="0">
              <a:ln>
                <a:noFill/>
              </a:ln>
              <a:solidFill>
                <a:schemeClr val="tx1"/>
              </a:solidFill>
              <a:effectLst/>
              <a:latin typeface="Arial" pitchFamily="34" charset="0"/>
            </a:endParaRPr>
          </a:p>
        </p:txBody>
      </p:sp>
      <p:pic>
        <p:nvPicPr>
          <p:cNvPr id="9" name="Picture 8"/>
          <p:cNvPicPr>
            <a:picLocks noChangeAspect="1"/>
          </p:cNvPicPr>
          <p:nvPr userDrawn="1"/>
        </p:nvPicPr>
        <p:blipFill>
          <a:blip r:embed="rId38" cstate="screen">
            <a:extLst>
              <a:ext uri="{28A0092B-C50C-407E-A947-70E740481C1C}">
                <a14:useLocalDpi xmlns:a14="http://schemas.microsoft.com/office/drawing/2010/main"/>
              </a:ext>
            </a:extLst>
          </a:blip>
          <a:stretch>
            <a:fillRect/>
          </a:stretch>
        </p:blipFill>
        <p:spPr>
          <a:xfrm>
            <a:off x="10817379" y="335739"/>
            <a:ext cx="892355" cy="458447"/>
          </a:xfrm>
          <a:prstGeom prst="rect">
            <a:avLst/>
          </a:prstGeom>
        </p:spPr>
      </p:pic>
      <p:sp>
        <p:nvSpPr>
          <p:cNvPr id="3" name="MSIPCMContentMarking" descr="{&quot;HashCode&quot;:1951441951,&quot;Placement&quot;:&quot;Header&quot;,&quot;Top&quot;:0.0,&quot;Left&quot;:0.0,&quot;SlideWidth&quot;:960,&quot;SlideHeight&quot;:540}"/>
          <p:cNvSpPr txBox="1"/>
          <p:nvPr userDrawn="1"/>
        </p:nvSpPr>
        <p:spPr bwMode="auto">
          <a:xfrm>
            <a:off x="0" y="0"/>
            <a:ext cx="1838494" cy="23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1" compatLnSpc="1">
            <a:prstTxWarp prst="textNoShape">
              <a:avLst/>
            </a:prstTxWarp>
            <a:spAutoFit/>
          </a:bodyPr>
          <a:lstStyle/>
          <a:p>
            <a:pPr algn="l">
              <a:spcBef>
                <a:spcPts val="0"/>
              </a:spcBef>
              <a:spcAft>
                <a:spcPts val="0"/>
              </a:spcAft>
            </a:pPr>
            <a:r>
              <a:rPr lang="en-US" sz="1000" kern="0" smtClean="0">
                <a:solidFill>
                  <a:srgbClr val="009FDF"/>
                </a:solidFill>
                <a:latin typeface="SABIC Typeface Headline Light" panose="020B0303060202020204" pitchFamily="34" charset="0"/>
              </a:rPr>
              <a:t>Classification: Internal Use</a:t>
            </a:r>
            <a:endParaRPr lang="en-US" sz="1000" kern="0" dirty="0" smtClean="0">
              <a:solidFill>
                <a:srgbClr val="009FDF"/>
              </a:solidFill>
              <a:latin typeface="SABIC Typeface Headline Light" panose="020B0303060202020204" pitchFamily="34" charset="0"/>
            </a:endParaRPr>
          </a:p>
        </p:txBody>
      </p:sp>
    </p:spTree>
    <p:extLst>
      <p:ext uri="{BB962C8B-B14F-4D97-AF65-F5344CB8AC3E}">
        <p14:creationId xmlns:p14="http://schemas.microsoft.com/office/powerpoint/2010/main" val="111480561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700" r:id="rId36"/>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rtl="0" eaLnBrk="1" fontAlgn="base" hangingPunct="1">
        <a:lnSpc>
          <a:spcPct val="100000"/>
        </a:lnSpc>
        <a:spcBef>
          <a:spcPct val="0"/>
        </a:spcBef>
        <a:spcAft>
          <a:spcPct val="0"/>
        </a:spcAft>
        <a:defRPr sz="2000" cap="all" baseline="0">
          <a:solidFill>
            <a:schemeClr val="tx1"/>
          </a:solidFill>
          <a:latin typeface="+mj-lt"/>
          <a:ea typeface="+mj-ea"/>
          <a:cs typeface="+mj-cs"/>
        </a:defRPr>
      </a:lvl1pPr>
      <a:lvl2pPr algn="l" rtl="0" eaLnBrk="1" fontAlgn="base" hangingPunct="1">
        <a:lnSpc>
          <a:spcPct val="95000"/>
        </a:lnSpc>
        <a:spcBef>
          <a:spcPct val="0"/>
        </a:spcBef>
        <a:spcAft>
          <a:spcPct val="0"/>
        </a:spcAft>
        <a:defRPr sz="2539">
          <a:solidFill>
            <a:srgbClr val="808080"/>
          </a:solidFill>
          <a:latin typeface="Arial" pitchFamily="34" charset="0"/>
        </a:defRPr>
      </a:lvl2pPr>
      <a:lvl3pPr algn="l" rtl="0" eaLnBrk="1" fontAlgn="base" hangingPunct="1">
        <a:lnSpc>
          <a:spcPct val="95000"/>
        </a:lnSpc>
        <a:spcBef>
          <a:spcPct val="0"/>
        </a:spcBef>
        <a:spcAft>
          <a:spcPct val="0"/>
        </a:spcAft>
        <a:defRPr sz="2539">
          <a:solidFill>
            <a:srgbClr val="808080"/>
          </a:solidFill>
          <a:latin typeface="Arial" pitchFamily="34" charset="0"/>
        </a:defRPr>
      </a:lvl3pPr>
      <a:lvl4pPr algn="l" rtl="0" eaLnBrk="1" fontAlgn="base" hangingPunct="1">
        <a:lnSpc>
          <a:spcPct val="95000"/>
        </a:lnSpc>
        <a:spcBef>
          <a:spcPct val="0"/>
        </a:spcBef>
        <a:spcAft>
          <a:spcPct val="0"/>
        </a:spcAft>
        <a:defRPr sz="2539">
          <a:solidFill>
            <a:srgbClr val="808080"/>
          </a:solidFill>
          <a:latin typeface="Arial" pitchFamily="34" charset="0"/>
        </a:defRPr>
      </a:lvl4pPr>
      <a:lvl5pPr algn="l" rtl="0" eaLnBrk="1" fontAlgn="base" hangingPunct="1">
        <a:lnSpc>
          <a:spcPct val="95000"/>
        </a:lnSpc>
        <a:spcBef>
          <a:spcPct val="0"/>
        </a:spcBef>
        <a:spcAft>
          <a:spcPct val="0"/>
        </a:spcAft>
        <a:defRPr sz="2539">
          <a:solidFill>
            <a:srgbClr val="808080"/>
          </a:solidFill>
          <a:latin typeface="Arial" pitchFamily="34" charset="0"/>
        </a:defRPr>
      </a:lvl5pPr>
      <a:lvl6pPr marL="580461" algn="l" rtl="0" eaLnBrk="1" fontAlgn="base" hangingPunct="1">
        <a:lnSpc>
          <a:spcPct val="95000"/>
        </a:lnSpc>
        <a:spcBef>
          <a:spcPct val="0"/>
        </a:spcBef>
        <a:spcAft>
          <a:spcPct val="0"/>
        </a:spcAft>
        <a:defRPr sz="2539">
          <a:solidFill>
            <a:srgbClr val="808080"/>
          </a:solidFill>
          <a:latin typeface="Arial" pitchFamily="34" charset="0"/>
        </a:defRPr>
      </a:lvl6pPr>
      <a:lvl7pPr marL="1160924" algn="l" rtl="0" eaLnBrk="1" fontAlgn="base" hangingPunct="1">
        <a:lnSpc>
          <a:spcPct val="95000"/>
        </a:lnSpc>
        <a:spcBef>
          <a:spcPct val="0"/>
        </a:spcBef>
        <a:spcAft>
          <a:spcPct val="0"/>
        </a:spcAft>
        <a:defRPr sz="2539">
          <a:solidFill>
            <a:srgbClr val="808080"/>
          </a:solidFill>
          <a:latin typeface="Arial" pitchFamily="34" charset="0"/>
        </a:defRPr>
      </a:lvl7pPr>
      <a:lvl8pPr marL="1741385" algn="l" rtl="0" eaLnBrk="1" fontAlgn="base" hangingPunct="1">
        <a:lnSpc>
          <a:spcPct val="95000"/>
        </a:lnSpc>
        <a:spcBef>
          <a:spcPct val="0"/>
        </a:spcBef>
        <a:spcAft>
          <a:spcPct val="0"/>
        </a:spcAft>
        <a:defRPr sz="2539">
          <a:solidFill>
            <a:srgbClr val="808080"/>
          </a:solidFill>
          <a:latin typeface="Arial" pitchFamily="34" charset="0"/>
        </a:defRPr>
      </a:lvl8pPr>
      <a:lvl9pPr marL="2321844" algn="l" rtl="0" eaLnBrk="1" fontAlgn="base" hangingPunct="1">
        <a:lnSpc>
          <a:spcPct val="95000"/>
        </a:lnSpc>
        <a:spcBef>
          <a:spcPct val="0"/>
        </a:spcBef>
        <a:spcAft>
          <a:spcPct val="0"/>
        </a:spcAft>
        <a:defRPr sz="2539">
          <a:solidFill>
            <a:srgbClr val="808080"/>
          </a:solidFill>
          <a:latin typeface="Arial" pitchFamily="34" charset="0"/>
        </a:defRPr>
      </a:lvl9pPr>
    </p:titleStyle>
    <p:bodyStyle>
      <a:lvl1pPr marL="0" indent="0" algn="l" rtl="0" eaLnBrk="1" fontAlgn="base" hangingPunct="1">
        <a:lnSpc>
          <a:spcPct val="120000"/>
        </a:lnSpc>
        <a:spcBef>
          <a:spcPts val="0"/>
        </a:spcBef>
        <a:spcAft>
          <a:spcPct val="0"/>
        </a:spcAft>
        <a:buClr>
          <a:schemeClr val="tx1"/>
        </a:buClr>
        <a:buFont typeface="Arial" pitchFamily="34" charset="0"/>
        <a:buNone/>
        <a:defRPr sz="1600" b="0">
          <a:solidFill>
            <a:schemeClr val="tx1"/>
          </a:solidFill>
          <a:latin typeface="+mn-lt"/>
          <a:ea typeface="+mn-ea"/>
          <a:cs typeface="+mn-cs"/>
        </a:defRPr>
      </a:lvl1pPr>
      <a:lvl2pPr marL="27432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2pPr>
      <a:lvl3pPr marL="54864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3pPr>
      <a:lvl4pPr marL="82296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4pPr>
      <a:lvl5pPr marL="109728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5pPr>
      <a:lvl6pPr marL="1975181" indent="-241859" algn="l" rtl="0" eaLnBrk="1" fontAlgn="base" hangingPunct="1">
        <a:spcBef>
          <a:spcPct val="30000"/>
        </a:spcBef>
        <a:spcAft>
          <a:spcPct val="0"/>
        </a:spcAft>
        <a:buChar char="•"/>
        <a:defRPr>
          <a:solidFill>
            <a:srgbClr val="808080"/>
          </a:solidFill>
          <a:latin typeface="+mn-lt"/>
        </a:defRPr>
      </a:lvl6pPr>
      <a:lvl7pPr marL="2555643" indent="-241859" algn="l" rtl="0" eaLnBrk="1" fontAlgn="base" hangingPunct="1">
        <a:spcBef>
          <a:spcPct val="30000"/>
        </a:spcBef>
        <a:spcAft>
          <a:spcPct val="0"/>
        </a:spcAft>
        <a:buChar char="•"/>
        <a:defRPr>
          <a:solidFill>
            <a:srgbClr val="808080"/>
          </a:solidFill>
          <a:latin typeface="+mn-lt"/>
        </a:defRPr>
      </a:lvl7pPr>
      <a:lvl8pPr marL="3136104" indent="-241859" algn="l" rtl="0" eaLnBrk="1" fontAlgn="base" hangingPunct="1">
        <a:spcBef>
          <a:spcPct val="30000"/>
        </a:spcBef>
        <a:spcAft>
          <a:spcPct val="0"/>
        </a:spcAft>
        <a:buChar char="•"/>
        <a:defRPr>
          <a:solidFill>
            <a:srgbClr val="808080"/>
          </a:solidFill>
          <a:latin typeface="+mn-lt"/>
        </a:defRPr>
      </a:lvl8pPr>
      <a:lvl9pPr marL="3716566" indent="-241859" algn="l" rtl="0" eaLnBrk="1" fontAlgn="base" hangingPunct="1">
        <a:spcBef>
          <a:spcPct val="30000"/>
        </a:spcBef>
        <a:spcAft>
          <a:spcPct val="0"/>
        </a:spcAft>
        <a:buChar char="•"/>
        <a:defRPr>
          <a:solidFill>
            <a:srgbClr val="808080"/>
          </a:solidFill>
          <a:latin typeface="+mn-lt"/>
        </a:defRPr>
      </a:lvl9pPr>
    </p:bodyStyle>
    <p:otherStyle>
      <a:defPPr>
        <a:defRPr lang="en-US"/>
      </a:defPPr>
      <a:lvl1pPr marL="0" algn="l" defTabSz="1160924" rtl="0" eaLnBrk="1" latinLnBrk="0" hangingPunct="1">
        <a:defRPr sz="2285" kern="1200">
          <a:solidFill>
            <a:schemeClr val="tx1"/>
          </a:solidFill>
          <a:latin typeface="+mn-lt"/>
          <a:ea typeface="+mn-ea"/>
          <a:cs typeface="+mn-cs"/>
        </a:defRPr>
      </a:lvl1pPr>
      <a:lvl2pPr marL="580461" algn="l" defTabSz="1160924" rtl="0" eaLnBrk="1" latinLnBrk="0" hangingPunct="1">
        <a:defRPr sz="2285" kern="1200">
          <a:solidFill>
            <a:schemeClr val="tx1"/>
          </a:solidFill>
          <a:latin typeface="+mn-lt"/>
          <a:ea typeface="+mn-ea"/>
          <a:cs typeface="+mn-cs"/>
        </a:defRPr>
      </a:lvl2pPr>
      <a:lvl3pPr marL="1160924" algn="l" defTabSz="1160924" rtl="0" eaLnBrk="1" latinLnBrk="0" hangingPunct="1">
        <a:defRPr sz="2285" kern="1200">
          <a:solidFill>
            <a:schemeClr val="tx1"/>
          </a:solidFill>
          <a:latin typeface="+mn-lt"/>
          <a:ea typeface="+mn-ea"/>
          <a:cs typeface="+mn-cs"/>
        </a:defRPr>
      </a:lvl3pPr>
      <a:lvl4pPr marL="1741385" algn="l" defTabSz="1160924" rtl="0" eaLnBrk="1" latinLnBrk="0" hangingPunct="1">
        <a:defRPr sz="2285" kern="1200">
          <a:solidFill>
            <a:schemeClr val="tx1"/>
          </a:solidFill>
          <a:latin typeface="+mn-lt"/>
          <a:ea typeface="+mn-ea"/>
          <a:cs typeface="+mn-cs"/>
        </a:defRPr>
      </a:lvl4pPr>
      <a:lvl5pPr marL="2321844" algn="l" defTabSz="1160924" rtl="0" eaLnBrk="1" latinLnBrk="0" hangingPunct="1">
        <a:defRPr sz="2285" kern="1200">
          <a:solidFill>
            <a:schemeClr val="tx1"/>
          </a:solidFill>
          <a:latin typeface="+mn-lt"/>
          <a:ea typeface="+mn-ea"/>
          <a:cs typeface="+mn-cs"/>
        </a:defRPr>
      </a:lvl5pPr>
      <a:lvl6pPr marL="2902307" algn="l" defTabSz="1160924" rtl="0" eaLnBrk="1" latinLnBrk="0" hangingPunct="1">
        <a:defRPr sz="2285" kern="1200">
          <a:solidFill>
            <a:schemeClr val="tx1"/>
          </a:solidFill>
          <a:latin typeface="+mn-lt"/>
          <a:ea typeface="+mn-ea"/>
          <a:cs typeface="+mn-cs"/>
        </a:defRPr>
      </a:lvl6pPr>
      <a:lvl7pPr marL="3482768" algn="l" defTabSz="1160924" rtl="0" eaLnBrk="1" latinLnBrk="0" hangingPunct="1">
        <a:defRPr sz="2285" kern="1200">
          <a:solidFill>
            <a:schemeClr val="tx1"/>
          </a:solidFill>
          <a:latin typeface="+mn-lt"/>
          <a:ea typeface="+mn-ea"/>
          <a:cs typeface="+mn-cs"/>
        </a:defRPr>
      </a:lvl7pPr>
      <a:lvl8pPr marL="4063230" algn="l" defTabSz="1160924" rtl="0" eaLnBrk="1" latinLnBrk="0" hangingPunct="1">
        <a:defRPr sz="2285" kern="1200">
          <a:solidFill>
            <a:schemeClr val="tx1"/>
          </a:solidFill>
          <a:latin typeface="+mn-lt"/>
          <a:ea typeface="+mn-ea"/>
          <a:cs typeface="+mn-cs"/>
        </a:defRPr>
      </a:lvl8pPr>
      <a:lvl9pPr marL="4643691" algn="l" defTabSz="1160924" rtl="0" eaLnBrk="1" latinLnBrk="0" hangingPunct="1">
        <a:defRPr sz="228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05">
          <p15:clr>
            <a:srgbClr val="F26B43"/>
          </p15:clr>
        </p15:guide>
        <p15:guide id="0" orient="horz" pos="768">
          <p15:clr>
            <a:srgbClr val="F26B43"/>
          </p15:clr>
        </p15:guide>
        <p15:guide id="2" pos="7375">
          <p15:clr>
            <a:srgbClr val="F26B43"/>
          </p15:clr>
        </p15:guide>
        <p15:guide id="3" orient="horz" pos="4008">
          <p15:clr>
            <a:srgbClr val="F26B43"/>
          </p15:clr>
        </p15:guide>
        <p15:guide id="4" orient="horz" pos="912">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85715" y="1281017"/>
            <a:ext cx="11206687" cy="5026453"/>
          </a:xfrm>
          <a:prstGeom prst="rect">
            <a:avLst/>
          </a:prstGeom>
        </p:spPr>
        <p:txBody>
          <a:bodyPr vert="horz" lIns="0" tIns="0" rIns="0" bIns="0" rtlCol="0">
            <a:no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26" name="Rectangle 2"/>
          <p:cNvSpPr>
            <a:spLocks noGrp="1" noChangeArrowheads="1"/>
          </p:cNvSpPr>
          <p:nvPr>
            <p:ph type="title"/>
          </p:nvPr>
        </p:nvSpPr>
        <p:spPr bwMode="auto">
          <a:xfrm>
            <a:off x="490180" y="406400"/>
            <a:ext cx="9942654"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dirty="0" smtClean="0">
                <a:solidFill>
                  <a:schemeClr val="tx2"/>
                </a:solidFill>
              </a:rPr>
              <a:t>Headline in caps (20pt light)</a:t>
            </a:r>
            <a:endParaRPr lang="en-GB" dirty="0" smtClean="0"/>
          </a:p>
        </p:txBody>
      </p:sp>
      <p:sp>
        <p:nvSpPr>
          <p:cNvPr id="1033" name="Rectangle 9"/>
          <p:cNvSpPr>
            <a:spLocks noChangeArrowheads="1"/>
          </p:cNvSpPr>
          <p:nvPr/>
        </p:nvSpPr>
        <p:spPr bwMode="invGray">
          <a:xfrm>
            <a:off x="10926241" y="6508723"/>
            <a:ext cx="782029" cy="175882"/>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tx1"/>
                </a:solidFill>
                <a:latin typeface="+mn-lt"/>
              </a:rPr>
              <a:pPr algn="r" eaLnBrk="0" hangingPunct="0">
                <a:buFontTx/>
                <a:buNone/>
              </a:pPr>
              <a:t>‹#›</a:t>
            </a:fld>
            <a:endParaRPr lang="en-GB" sz="900" dirty="0">
              <a:solidFill>
                <a:schemeClr val="tx1"/>
              </a:solidFill>
              <a:latin typeface="+mn-lt"/>
            </a:endParaRPr>
          </a:p>
        </p:txBody>
      </p:sp>
      <p:sp>
        <p:nvSpPr>
          <p:cNvPr id="15" name="Rectangle 14"/>
          <p:cNvSpPr/>
          <p:nvPr/>
        </p:nvSpPr>
        <p:spPr>
          <a:xfrm flipV="1">
            <a:off x="485847" y="6438618"/>
            <a:ext cx="11238004" cy="27432"/>
          </a:xfrm>
          <a:prstGeom prst="rect">
            <a:avLst/>
          </a:prstGeom>
          <a:gradFill flip="none" rotWithShape="1">
            <a:gsLst>
              <a:gs pos="90000">
                <a:schemeClr val="accent2"/>
              </a:gs>
              <a:gs pos="10000">
                <a:srgbClr val="FFA300"/>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4" name="Rectangle 13"/>
          <p:cNvSpPr/>
          <p:nvPr/>
        </p:nvSpPr>
        <p:spPr>
          <a:xfrm>
            <a:off x="485715" y="1123002"/>
            <a:ext cx="11232230" cy="30913"/>
          </a:xfrm>
          <a:prstGeom prst="rect">
            <a:avLst/>
          </a:prstGeom>
          <a:gradFill flip="none" rotWithShape="1">
            <a:gsLst>
              <a:gs pos="10000">
                <a:schemeClr val="accent1"/>
              </a:gs>
              <a:gs pos="90000">
                <a:srgbClr val="0047BB"/>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5" name="Rectangle 4"/>
          <p:cNvSpPr/>
          <p:nvPr userDrawn="1"/>
        </p:nvSpPr>
        <p:spPr bwMode="auto">
          <a:xfrm>
            <a:off x="-126694" y="1185130"/>
            <a:ext cx="5572" cy="27432"/>
          </a:xfrm>
          <a:prstGeom prst="rect">
            <a:avLst/>
          </a:prstGeom>
          <a:solidFill>
            <a:schemeClr val="accent1"/>
          </a:solidFill>
          <a:ln w="9525" cap="flat" cmpd="sng" algn="ctr">
            <a:noFill/>
            <a:prstDash val="solid"/>
            <a:round/>
            <a:headEnd type="none" w="med" len="med"/>
            <a:tailEnd type="none" w="med" len="med"/>
          </a:ln>
          <a:effectLst/>
          <a:extLst/>
        </p:spPr>
        <p:txBody>
          <a:bodyPr vert="horz" wrap="square" lIns="91413" tIns="91413" rIns="91413" bIns="91413" numCol="1" rtlCol="0" anchor="ctr" anchorCtr="0" compatLnSpc="1">
            <a:prstTxWarp prst="textNoShape">
              <a:avLst/>
            </a:prstTxWarp>
          </a:bodyPr>
          <a:lstStyle/>
          <a:p>
            <a:pPr marL="0" marR="0" indent="0" algn="ctr" defTabSz="1160922" rtl="0" eaLnBrk="1" fontAlgn="base" latinLnBrk="0" hangingPunct="1">
              <a:lnSpc>
                <a:spcPct val="100000"/>
              </a:lnSpc>
              <a:spcBef>
                <a:spcPct val="0"/>
              </a:spcBef>
              <a:spcAft>
                <a:spcPct val="0"/>
              </a:spcAft>
              <a:buClrTx/>
              <a:buSzTx/>
              <a:buFont typeface="Wingdings" pitchFamily="2" charset="2"/>
              <a:buNone/>
              <a:tabLst/>
            </a:pPr>
            <a:endParaRPr kumimoji="0" lang="en-US" sz="2031" b="0" i="0" u="none" strike="noStrike" cap="none" normalizeH="0" baseline="0" dirty="0" smtClean="0">
              <a:ln>
                <a:noFill/>
              </a:ln>
              <a:solidFill>
                <a:schemeClr val="tx1"/>
              </a:solidFill>
              <a:effectLst/>
              <a:latin typeface="Arial" pitchFamily="34" charset="0"/>
            </a:endParaRPr>
          </a:p>
        </p:txBody>
      </p:sp>
      <p:pic>
        <p:nvPicPr>
          <p:cNvPr id="9" name="Picture 8"/>
          <p:cNvPicPr>
            <a:picLocks noChangeAspect="1"/>
          </p:cNvPicPr>
          <p:nvPr userDrawn="1"/>
        </p:nvPicPr>
        <p:blipFill>
          <a:blip r:embed="rId38" cstate="screen">
            <a:extLst>
              <a:ext uri="{28A0092B-C50C-407E-A947-70E740481C1C}">
                <a14:useLocalDpi xmlns:a14="http://schemas.microsoft.com/office/drawing/2010/main"/>
              </a:ext>
            </a:extLst>
          </a:blip>
          <a:stretch>
            <a:fillRect/>
          </a:stretch>
        </p:blipFill>
        <p:spPr>
          <a:xfrm>
            <a:off x="10817379" y="335739"/>
            <a:ext cx="892355" cy="458447"/>
          </a:xfrm>
          <a:prstGeom prst="rect">
            <a:avLst/>
          </a:prstGeom>
        </p:spPr>
      </p:pic>
      <p:sp>
        <p:nvSpPr>
          <p:cNvPr id="4" name="MSIPCMContentMarking" descr="{&quot;HashCode&quot;:1951441951,&quot;Placement&quot;:&quot;Header&quot;,&quot;Top&quot;:0.0,&quot;Left&quot;:0.0,&quot;SlideWidth&quot;:960,&quot;SlideHeight&quot;:540}"/>
          <p:cNvSpPr txBox="1"/>
          <p:nvPr userDrawn="1"/>
        </p:nvSpPr>
        <p:spPr bwMode="auto">
          <a:xfrm>
            <a:off x="0" y="0"/>
            <a:ext cx="1838494" cy="23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1" compatLnSpc="1">
            <a:prstTxWarp prst="textNoShape">
              <a:avLst/>
            </a:prstTxWarp>
            <a:spAutoFit/>
          </a:bodyPr>
          <a:lstStyle/>
          <a:p>
            <a:pPr algn="l">
              <a:spcBef>
                <a:spcPts val="0"/>
              </a:spcBef>
              <a:spcAft>
                <a:spcPts val="0"/>
              </a:spcAft>
            </a:pPr>
            <a:r>
              <a:rPr lang="en-US" sz="1000" kern="0" smtClean="0">
                <a:solidFill>
                  <a:srgbClr val="009FDF"/>
                </a:solidFill>
                <a:latin typeface="SABIC Typeface Headline Light" panose="020B0303060202020204" pitchFamily="34" charset="0"/>
              </a:rPr>
              <a:t>Classification: Internal Use</a:t>
            </a:r>
            <a:endParaRPr lang="en-US" sz="1000" kern="0" dirty="0" smtClean="0">
              <a:solidFill>
                <a:srgbClr val="009FDF"/>
              </a:solidFill>
              <a:latin typeface="SABIC Typeface Headline Light" panose="020B0303060202020204" pitchFamily="34" charset="0"/>
            </a:endParaRPr>
          </a:p>
        </p:txBody>
      </p:sp>
    </p:spTree>
    <p:extLst>
      <p:ext uri="{BB962C8B-B14F-4D97-AF65-F5344CB8AC3E}">
        <p14:creationId xmlns:p14="http://schemas.microsoft.com/office/powerpoint/2010/main" val="176894782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rtl="0" eaLnBrk="1" fontAlgn="base" hangingPunct="1">
        <a:lnSpc>
          <a:spcPct val="100000"/>
        </a:lnSpc>
        <a:spcBef>
          <a:spcPct val="0"/>
        </a:spcBef>
        <a:spcAft>
          <a:spcPct val="0"/>
        </a:spcAft>
        <a:defRPr sz="2000" cap="all" baseline="0">
          <a:solidFill>
            <a:schemeClr val="tx1"/>
          </a:solidFill>
          <a:latin typeface="+mj-lt"/>
          <a:ea typeface="+mj-ea"/>
          <a:cs typeface="+mj-cs"/>
        </a:defRPr>
      </a:lvl1pPr>
      <a:lvl2pPr algn="l" rtl="0" eaLnBrk="1" fontAlgn="base" hangingPunct="1">
        <a:lnSpc>
          <a:spcPct val="95000"/>
        </a:lnSpc>
        <a:spcBef>
          <a:spcPct val="0"/>
        </a:spcBef>
        <a:spcAft>
          <a:spcPct val="0"/>
        </a:spcAft>
        <a:defRPr sz="2539">
          <a:solidFill>
            <a:srgbClr val="808080"/>
          </a:solidFill>
          <a:latin typeface="Arial" pitchFamily="34" charset="0"/>
        </a:defRPr>
      </a:lvl2pPr>
      <a:lvl3pPr algn="l" rtl="0" eaLnBrk="1" fontAlgn="base" hangingPunct="1">
        <a:lnSpc>
          <a:spcPct val="95000"/>
        </a:lnSpc>
        <a:spcBef>
          <a:spcPct val="0"/>
        </a:spcBef>
        <a:spcAft>
          <a:spcPct val="0"/>
        </a:spcAft>
        <a:defRPr sz="2539">
          <a:solidFill>
            <a:srgbClr val="808080"/>
          </a:solidFill>
          <a:latin typeface="Arial" pitchFamily="34" charset="0"/>
        </a:defRPr>
      </a:lvl3pPr>
      <a:lvl4pPr algn="l" rtl="0" eaLnBrk="1" fontAlgn="base" hangingPunct="1">
        <a:lnSpc>
          <a:spcPct val="95000"/>
        </a:lnSpc>
        <a:spcBef>
          <a:spcPct val="0"/>
        </a:spcBef>
        <a:spcAft>
          <a:spcPct val="0"/>
        </a:spcAft>
        <a:defRPr sz="2539">
          <a:solidFill>
            <a:srgbClr val="808080"/>
          </a:solidFill>
          <a:latin typeface="Arial" pitchFamily="34" charset="0"/>
        </a:defRPr>
      </a:lvl4pPr>
      <a:lvl5pPr algn="l" rtl="0" eaLnBrk="1" fontAlgn="base" hangingPunct="1">
        <a:lnSpc>
          <a:spcPct val="95000"/>
        </a:lnSpc>
        <a:spcBef>
          <a:spcPct val="0"/>
        </a:spcBef>
        <a:spcAft>
          <a:spcPct val="0"/>
        </a:spcAft>
        <a:defRPr sz="2539">
          <a:solidFill>
            <a:srgbClr val="808080"/>
          </a:solidFill>
          <a:latin typeface="Arial" pitchFamily="34" charset="0"/>
        </a:defRPr>
      </a:lvl5pPr>
      <a:lvl6pPr marL="580461" algn="l" rtl="0" eaLnBrk="1" fontAlgn="base" hangingPunct="1">
        <a:lnSpc>
          <a:spcPct val="95000"/>
        </a:lnSpc>
        <a:spcBef>
          <a:spcPct val="0"/>
        </a:spcBef>
        <a:spcAft>
          <a:spcPct val="0"/>
        </a:spcAft>
        <a:defRPr sz="2539">
          <a:solidFill>
            <a:srgbClr val="808080"/>
          </a:solidFill>
          <a:latin typeface="Arial" pitchFamily="34" charset="0"/>
        </a:defRPr>
      </a:lvl6pPr>
      <a:lvl7pPr marL="1160924" algn="l" rtl="0" eaLnBrk="1" fontAlgn="base" hangingPunct="1">
        <a:lnSpc>
          <a:spcPct val="95000"/>
        </a:lnSpc>
        <a:spcBef>
          <a:spcPct val="0"/>
        </a:spcBef>
        <a:spcAft>
          <a:spcPct val="0"/>
        </a:spcAft>
        <a:defRPr sz="2539">
          <a:solidFill>
            <a:srgbClr val="808080"/>
          </a:solidFill>
          <a:latin typeface="Arial" pitchFamily="34" charset="0"/>
        </a:defRPr>
      </a:lvl7pPr>
      <a:lvl8pPr marL="1741385" algn="l" rtl="0" eaLnBrk="1" fontAlgn="base" hangingPunct="1">
        <a:lnSpc>
          <a:spcPct val="95000"/>
        </a:lnSpc>
        <a:spcBef>
          <a:spcPct val="0"/>
        </a:spcBef>
        <a:spcAft>
          <a:spcPct val="0"/>
        </a:spcAft>
        <a:defRPr sz="2539">
          <a:solidFill>
            <a:srgbClr val="808080"/>
          </a:solidFill>
          <a:latin typeface="Arial" pitchFamily="34" charset="0"/>
        </a:defRPr>
      </a:lvl8pPr>
      <a:lvl9pPr marL="2321844" algn="l" rtl="0" eaLnBrk="1" fontAlgn="base" hangingPunct="1">
        <a:lnSpc>
          <a:spcPct val="95000"/>
        </a:lnSpc>
        <a:spcBef>
          <a:spcPct val="0"/>
        </a:spcBef>
        <a:spcAft>
          <a:spcPct val="0"/>
        </a:spcAft>
        <a:defRPr sz="2539">
          <a:solidFill>
            <a:srgbClr val="808080"/>
          </a:solidFill>
          <a:latin typeface="Arial" pitchFamily="34" charset="0"/>
        </a:defRPr>
      </a:lvl9pPr>
    </p:titleStyle>
    <p:bodyStyle>
      <a:lvl1pPr marL="0" indent="0" algn="l" rtl="0" eaLnBrk="1" fontAlgn="base" hangingPunct="1">
        <a:lnSpc>
          <a:spcPct val="120000"/>
        </a:lnSpc>
        <a:spcBef>
          <a:spcPts val="0"/>
        </a:spcBef>
        <a:spcAft>
          <a:spcPct val="0"/>
        </a:spcAft>
        <a:buClr>
          <a:schemeClr val="tx1"/>
        </a:buClr>
        <a:buFont typeface="Arial" pitchFamily="34" charset="0"/>
        <a:buNone/>
        <a:defRPr sz="1600" b="0">
          <a:solidFill>
            <a:schemeClr val="tx1"/>
          </a:solidFill>
          <a:latin typeface="+mn-lt"/>
          <a:ea typeface="+mn-ea"/>
          <a:cs typeface="+mn-cs"/>
        </a:defRPr>
      </a:lvl1pPr>
      <a:lvl2pPr marL="27432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2pPr>
      <a:lvl3pPr marL="54864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3pPr>
      <a:lvl4pPr marL="82296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4pPr>
      <a:lvl5pPr marL="109728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5pPr>
      <a:lvl6pPr marL="1975181" indent="-241859" algn="l" rtl="0" eaLnBrk="1" fontAlgn="base" hangingPunct="1">
        <a:spcBef>
          <a:spcPct val="30000"/>
        </a:spcBef>
        <a:spcAft>
          <a:spcPct val="0"/>
        </a:spcAft>
        <a:buChar char="•"/>
        <a:defRPr>
          <a:solidFill>
            <a:srgbClr val="808080"/>
          </a:solidFill>
          <a:latin typeface="+mn-lt"/>
        </a:defRPr>
      </a:lvl6pPr>
      <a:lvl7pPr marL="2555643" indent="-241859" algn="l" rtl="0" eaLnBrk="1" fontAlgn="base" hangingPunct="1">
        <a:spcBef>
          <a:spcPct val="30000"/>
        </a:spcBef>
        <a:spcAft>
          <a:spcPct val="0"/>
        </a:spcAft>
        <a:buChar char="•"/>
        <a:defRPr>
          <a:solidFill>
            <a:srgbClr val="808080"/>
          </a:solidFill>
          <a:latin typeface="+mn-lt"/>
        </a:defRPr>
      </a:lvl7pPr>
      <a:lvl8pPr marL="3136104" indent="-241859" algn="l" rtl="0" eaLnBrk="1" fontAlgn="base" hangingPunct="1">
        <a:spcBef>
          <a:spcPct val="30000"/>
        </a:spcBef>
        <a:spcAft>
          <a:spcPct val="0"/>
        </a:spcAft>
        <a:buChar char="•"/>
        <a:defRPr>
          <a:solidFill>
            <a:srgbClr val="808080"/>
          </a:solidFill>
          <a:latin typeface="+mn-lt"/>
        </a:defRPr>
      </a:lvl8pPr>
      <a:lvl9pPr marL="3716566" indent="-241859" algn="l" rtl="0" eaLnBrk="1" fontAlgn="base" hangingPunct="1">
        <a:spcBef>
          <a:spcPct val="30000"/>
        </a:spcBef>
        <a:spcAft>
          <a:spcPct val="0"/>
        </a:spcAft>
        <a:buChar char="•"/>
        <a:defRPr>
          <a:solidFill>
            <a:srgbClr val="808080"/>
          </a:solidFill>
          <a:latin typeface="+mn-lt"/>
        </a:defRPr>
      </a:lvl9pPr>
    </p:bodyStyle>
    <p:otherStyle>
      <a:defPPr>
        <a:defRPr lang="en-US"/>
      </a:defPPr>
      <a:lvl1pPr marL="0" algn="l" defTabSz="1160924" rtl="0" eaLnBrk="1" latinLnBrk="0" hangingPunct="1">
        <a:defRPr sz="2285" kern="1200">
          <a:solidFill>
            <a:schemeClr val="tx1"/>
          </a:solidFill>
          <a:latin typeface="+mn-lt"/>
          <a:ea typeface="+mn-ea"/>
          <a:cs typeface="+mn-cs"/>
        </a:defRPr>
      </a:lvl1pPr>
      <a:lvl2pPr marL="580461" algn="l" defTabSz="1160924" rtl="0" eaLnBrk="1" latinLnBrk="0" hangingPunct="1">
        <a:defRPr sz="2285" kern="1200">
          <a:solidFill>
            <a:schemeClr val="tx1"/>
          </a:solidFill>
          <a:latin typeface="+mn-lt"/>
          <a:ea typeface="+mn-ea"/>
          <a:cs typeface="+mn-cs"/>
        </a:defRPr>
      </a:lvl2pPr>
      <a:lvl3pPr marL="1160924" algn="l" defTabSz="1160924" rtl="0" eaLnBrk="1" latinLnBrk="0" hangingPunct="1">
        <a:defRPr sz="2285" kern="1200">
          <a:solidFill>
            <a:schemeClr val="tx1"/>
          </a:solidFill>
          <a:latin typeface="+mn-lt"/>
          <a:ea typeface="+mn-ea"/>
          <a:cs typeface="+mn-cs"/>
        </a:defRPr>
      </a:lvl3pPr>
      <a:lvl4pPr marL="1741385" algn="l" defTabSz="1160924" rtl="0" eaLnBrk="1" latinLnBrk="0" hangingPunct="1">
        <a:defRPr sz="2285" kern="1200">
          <a:solidFill>
            <a:schemeClr val="tx1"/>
          </a:solidFill>
          <a:latin typeface="+mn-lt"/>
          <a:ea typeface="+mn-ea"/>
          <a:cs typeface="+mn-cs"/>
        </a:defRPr>
      </a:lvl4pPr>
      <a:lvl5pPr marL="2321844" algn="l" defTabSz="1160924" rtl="0" eaLnBrk="1" latinLnBrk="0" hangingPunct="1">
        <a:defRPr sz="2285" kern="1200">
          <a:solidFill>
            <a:schemeClr val="tx1"/>
          </a:solidFill>
          <a:latin typeface="+mn-lt"/>
          <a:ea typeface="+mn-ea"/>
          <a:cs typeface="+mn-cs"/>
        </a:defRPr>
      </a:lvl5pPr>
      <a:lvl6pPr marL="2902307" algn="l" defTabSz="1160924" rtl="0" eaLnBrk="1" latinLnBrk="0" hangingPunct="1">
        <a:defRPr sz="2285" kern="1200">
          <a:solidFill>
            <a:schemeClr val="tx1"/>
          </a:solidFill>
          <a:latin typeface="+mn-lt"/>
          <a:ea typeface="+mn-ea"/>
          <a:cs typeface="+mn-cs"/>
        </a:defRPr>
      </a:lvl6pPr>
      <a:lvl7pPr marL="3482768" algn="l" defTabSz="1160924" rtl="0" eaLnBrk="1" latinLnBrk="0" hangingPunct="1">
        <a:defRPr sz="2285" kern="1200">
          <a:solidFill>
            <a:schemeClr val="tx1"/>
          </a:solidFill>
          <a:latin typeface="+mn-lt"/>
          <a:ea typeface="+mn-ea"/>
          <a:cs typeface="+mn-cs"/>
        </a:defRPr>
      </a:lvl7pPr>
      <a:lvl8pPr marL="4063230" algn="l" defTabSz="1160924" rtl="0" eaLnBrk="1" latinLnBrk="0" hangingPunct="1">
        <a:defRPr sz="2285" kern="1200">
          <a:solidFill>
            <a:schemeClr val="tx1"/>
          </a:solidFill>
          <a:latin typeface="+mn-lt"/>
          <a:ea typeface="+mn-ea"/>
          <a:cs typeface="+mn-cs"/>
        </a:defRPr>
      </a:lvl8pPr>
      <a:lvl9pPr marL="4643691" algn="l" defTabSz="1160924" rtl="0" eaLnBrk="1" latinLnBrk="0" hangingPunct="1">
        <a:defRPr sz="228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05">
          <p15:clr>
            <a:srgbClr val="F26B43"/>
          </p15:clr>
        </p15:guide>
        <p15:guide id="0" orient="horz" pos="768">
          <p15:clr>
            <a:srgbClr val="F26B43"/>
          </p15:clr>
        </p15:guide>
        <p15:guide id="2" pos="7375">
          <p15:clr>
            <a:srgbClr val="F26B43"/>
          </p15:clr>
        </p15:guide>
        <p15:guide id="3" orient="horz" pos="4008">
          <p15:clr>
            <a:srgbClr val="F26B43"/>
          </p15:clr>
        </p15:guide>
        <p15:guide id="4" orient="horz" pos="912">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85715" y="1281017"/>
            <a:ext cx="11206687" cy="5026453"/>
          </a:xfrm>
          <a:prstGeom prst="rect">
            <a:avLst/>
          </a:prstGeom>
        </p:spPr>
        <p:txBody>
          <a:bodyPr vert="horz" lIns="0" tIns="0" rIns="0" bIns="0" rtlCol="0">
            <a:no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26" name="Rectangle 2"/>
          <p:cNvSpPr>
            <a:spLocks noGrp="1" noChangeArrowheads="1"/>
          </p:cNvSpPr>
          <p:nvPr>
            <p:ph type="title"/>
          </p:nvPr>
        </p:nvSpPr>
        <p:spPr bwMode="auto">
          <a:xfrm>
            <a:off x="490180" y="406400"/>
            <a:ext cx="9942654"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dirty="0" smtClean="0">
                <a:solidFill>
                  <a:schemeClr val="tx2"/>
                </a:solidFill>
              </a:rPr>
              <a:t>Headline in caps (20pt light)</a:t>
            </a:r>
            <a:endParaRPr lang="en-GB" dirty="0" smtClean="0"/>
          </a:p>
        </p:txBody>
      </p:sp>
      <p:sp>
        <p:nvSpPr>
          <p:cNvPr id="1033" name="Rectangle 9"/>
          <p:cNvSpPr>
            <a:spLocks noChangeArrowheads="1"/>
          </p:cNvSpPr>
          <p:nvPr/>
        </p:nvSpPr>
        <p:spPr bwMode="invGray">
          <a:xfrm>
            <a:off x="10926241" y="6508723"/>
            <a:ext cx="782029" cy="175882"/>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r" eaLnBrk="0" hangingPunct="0">
              <a:buFontTx/>
              <a:buNone/>
            </a:pPr>
            <a:fld id="{A618EB91-68A2-413C-AF9E-E3F73DFE5122}" type="slidenum">
              <a:rPr lang="en-GB" sz="900" smtClean="0">
                <a:solidFill>
                  <a:schemeClr val="tx1"/>
                </a:solidFill>
                <a:latin typeface="+mn-lt"/>
              </a:rPr>
              <a:pPr algn="r" eaLnBrk="0" hangingPunct="0">
                <a:buFontTx/>
                <a:buNone/>
              </a:pPr>
              <a:t>‹#›</a:t>
            </a:fld>
            <a:endParaRPr lang="en-GB" sz="900" dirty="0">
              <a:solidFill>
                <a:schemeClr val="tx1"/>
              </a:solidFill>
              <a:latin typeface="+mn-lt"/>
            </a:endParaRPr>
          </a:p>
        </p:txBody>
      </p:sp>
      <p:sp>
        <p:nvSpPr>
          <p:cNvPr id="15" name="Rectangle 14"/>
          <p:cNvSpPr/>
          <p:nvPr/>
        </p:nvSpPr>
        <p:spPr>
          <a:xfrm flipV="1">
            <a:off x="485847" y="6438618"/>
            <a:ext cx="11238004" cy="27432"/>
          </a:xfrm>
          <a:prstGeom prst="rect">
            <a:avLst/>
          </a:prstGeom>
          <a:gradFill flip="none" rotWithShape="1">
            <a:gsLst>
              <a:gs pos="90000">
                <a:schemeClr val="accent2"/>
              </a:gs>
              <a:gs pos="10000">
                <a:srgbClr val="FFA300"/>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143" dirty="0">
              <a:solidFill>
                <a:srgbClr val="FFFFFF"/>
              </a:solidFill>
              <a:latin typeface="Arial" pitchFamily="34" charset="0"/>
              <a:ea typeface="MS PGothic" pitchFamily="34" charset="-128"/>
            </a:endParaRPr>
          </a:p>
        </p:txBody>
      </p:sp>
      <p:sp>
        <p:nvSpPr>
          <p:cNvPr id="14" name="Rectangle 13"/>
          <p:cNvSpPr/>
          <p:nvPr/>
        </p:nvSpPr>
        <p:spPr>
          <a:xfrm>
            <a:off x="485715" y="1123002"/>
            <a:ext cx="11232230" cy="30913"/>
          </a:xfrm>
          <a:prstGeom prst="rect">
            <a:avLst/>
          </a:prstGeom>
          <a:gradFill flip="none" rotWithShape="1">
            <a:gsLst>
              <a:gs pos="10000">
                <a:schemeClr val="accent1"/>
              </a:gs>
              <a:gs pos="90000">
                <a:srgbClr val="0047BB"/>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0" hangingPunct="0">
              <a:buFontTx/>
              <a:buNone/>
            </a:pPr>
            <a:endParaRPr lang="en-GB" sz="1524">
              <a:solidFill>
                <a:srgbClr val="FFFFFF"/>
              </a:solidFill>
              <a:latin typeface="Arial" pitchFamily="34" charset="0"/>
              <a:ea typeface="MS PGothic" pitchFamily="34" charset="-128"/>
            </a:endParaRPr>
          </a:p>
        </p:txBody>
      </p:sp>
      <p:sp>
        <p:nvSpPr>
          <p:cNvPr id="5" name="Rectangle 4"/>
          <p:cNvSpPr/>
          <p:nvPr userDrawn="1"/>
        </p:nvSpPr>
        <p:spPr bwMode="auto">
          <a:xfrm>
            <a:off x="-126694" y="1185130"/>
            <a:ext cx="5572" cy="27432"/>
          </a:xfrm>
          <a:prstGeom prst="rect">
            <a:avLst/>
          </a:prstGeom>
          <a:solidFill>
            <a:schemeClr val="accent1"/>
          </a:solidFill>
          <a:ln w="9525" cap="flat" cmpd="sng" algn="ctr">
            <a:noFill/>
            <a:prstDash val="solid"/>
            <a:round/>
            <a:headEnd type="none" w="med" len="med"/>
            <a:tailEnd type="none" w="med" len="med"/>
          </a:ln>
          <a:effectLst/>
          <a:extLst/>
        </p:spPr>
        <p:txBody>
          <a:bodyPr vert="horz" wrap="square" lIns="91413" tIns="91413" rIns="91413" bIns="91413" numCol="1" rtlCol="0" anchor="ctr" anchorCtr="0" compatLnSpc="1">
            <a:prstTxWarp prst="textNoShape">
              <a:avLst/>
            </a:prstTxWarp>
          </a:bodyPr>
          <a:lstStyle/>
          <a:p>
            <a:pPr marL="0" marR="0" indent="0" algn="ctr" defTabSz="1160922" rtl="0" eaLnBrk="1" fontAlgn="base" latinLnBrk="0" hangingPunct="1">
              <a:lnSpc>
                <a:spcPct val="100000"/>
              </a:lnSpc>
              <a:spcBef>
                <a:spcPct val="0"/>
              </a:spcBef>
              <a:spcAft>
                <a:spcPct val="0"/>
              </a:spcAft>
              <a:buClrTx/>
              <a:buSzTx/>
              <a:buFont typeface="Wingdings" pitchFamily="2" charset="2"/>
              <a:buNone/>
              <a:tabLst/>
            </a:pPr>
            <a:endParaRPr kumimoji="0" lang="en-US" sz="2031" b="0" i="0" u="none" strike="noStrike" cap="none" normalizeH="0" baseline="0" dirty="0" smtClean="0">
              <a:ln>
                <a:noFill/>
              </a:ln>
              <a:solidFill>
                <a:schemeClr val="tx1"/>
              </a:solidFill>
              <a:effectLst/>
              <a:latin typeface="Arial" pitchFamily="34" charset="0"/>
            </a:endParaRPr>
          </a:p>
        </p:txBody>
      </p:sp>
      <p:pic>
        <p:nvPicPr>
          <p:cNvPr id="9" name="Picture 8"/>
          <p:cNvPicPr>
            <a:picLocks noChangeAspect="1"/>
          </p:cNvPicPr>
          <p:nvPr userDrawn="1"/>
        </p:nvPicPr>
        <p:blipFill>
          <a:blip r:embed="rId38" cstate="screen">
            <a:extLst>
              <a:ext uri="{28A0092B-C50C-407E-A947-70E740481C1C}">
                <a14:useLocalDpi xmlns:a14="http://schemas.microsoft.com/office/drawing/2010/main"/>
              </a:ext>
            </a:extLst>
          </a:blip>
          <a:stretch>
            <a:fillRect/>
          </a:stretch>
        </p:blipFill>
        <p:spPr>
          <a:xfrm>
            <a:off x="10817379" y="335739"/>
            <a:ext cx="892355" cy="458447"/>
          </a:xfrm>
          <a:prstGeom prst="rect">
            <a:avLst/>
          </a:prstGeom>
        </p:spPr>
      </p:pic>
      <p:sp>
        <p:nvSpPr>
          <p:cNvPr id="3" name="MSIPCMContentMarking" descr="{&quot;HashCode&quot;:1951441951,&quot;Placement&quot;:&quot;Header&quot;,&quot;Top&quot;:0.0,&quot;Left&quot;:0.0,&quot;SlideWidth&quot;:960,&quot;SlideHeight&quot;:540}"/>
          <p:cNvSpPr txBox="1"/>
          <p:nvPr userDrawn="1"/>
        </p:nvSpPr>
        <p:spPr bwMode="auto">
          <a:xfrm>
            <a:off x="0" y="0"/>
            <a:ext cx="1838494" cy="23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1" compatLnSpc="1">
            <a:prstTxWarp prst="textNoShape">
              <a:avLst/>
            </a:prstTxWarp>
            <a:spAutoFit/>
          </a:bodyPr>
          <a:lstStyle/>
          <a:p>
            <a:pPr algn="l">
              <a:spcBef>
                <a:spcPts val="0"/>
              </a:spcBef>
              <a:spcAft>
                <a:spcPts val="0"/>
              </a:spcAft>
            </a:pPr>
            <a:r>
              <a:rPr lang="en-US" sz="1000" kern="0" smtClean="0">
                <a:solidFill>
                  <a:srgbClr val="009FDF"/>
                </a:solidFill>
                <a:latin typeface="SABIC Typeface Headline Light" panose="020B0303060202020204" pitchFamily="34" charset="0"/>
              </a:rPr>
              <a:t>Classification: Internal Use</a:t>
            </a:r>
            <a:endParaRPr lang="en-US" sz="1000" kern="0" dirty="0" smtClean="0">
              <a:solidFill>
                <a:srgbClr val="009FDF"/>
              </a:solidFill>
              <a:latin typeface="SABIC Typeface Headline Light" panose="020B0303060202020204" pitchFamily="34" charset="0"/>
            </a:endParaRPr>
          </a:p>
        </p:txBody>
      </p:sp>
    </p:spTree>
    <p:extLst>
      <p:ext uri="{BB962C8B-B14F-4D97-AF65-F5344CB8AC3E}">
        <p14:creationId xmlns:p14="http://schemas.microsoft.com/office/powerpoint/2010/main" val="259268847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 id="2147483767" r:id="rId29"/>
    <p:sldLayoutId id="2147483768" r:id="rId30"/>
    <p:sldLayoutId id="2147483769" r:id="rId31"/>
    <p:sldLayoutId id="2147483770" r:id="rId32"/>
    <p:sldLayoutId id="2147483771" r:id="rId33"/>
    <p:sldLayoutId id="2147483772" r:id="rId34"/>
    <p:sldLayoutId id="2147483773" r:id="rId35"/>
    <p:sldLayoutId id="2147483775" r:id="rId36"/>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rtl="0" eaLnBrk="1" fontAlgn="base" hangingPunct="1">
        <a:lnSpc>
          <a:spcPct val="100000"/>
        </a:lnSpc>
        <a:spcBef>
          <a:spcPct val="0"/>
        </a:spcBef>
        <a:spcAft>
          <a:spcPct val="0"/>
        </a:spcAft>
        <a:defRPr sz="2000" cap="all" baseline="0">
          <a:solidFill>
            <a:schemeClr val="tx1"/>
          </a:solidFill>
          <a:latin typeface="+mj-lt"/>
          <a:ea typeface="+mj-ea"/>
          <a:cs typeface="+mj-cs"/>
        </a:defRPr>
      </a:lvl1pPr>
      <a:lvl2pPr algn="l" rtl="0" eaLnBrk="1" fontAlgn="base" hangingPunct="1">
        <a:lnSpc>
          <a:spcPct val="95000"/>
        </a:lnSpc>
        <a:spcBef>
          <a:spcPct val="0"/>
        </a:spcBef>
        <a:spcAft>
          <a:spcPct val="0"/>
        </a:spcAft>
        <a:defRPr sz="2539">
          <a:solidFill>
            <a:srgbClr val="808080"/>
          </a:solidFill>
          <a:latin typeface="Arial" pitchFamily="34" charset="0"/>
        </a:defRPr>
      </a:lvl2pPr>
      <a:lvl3pPr algn="l" rtl="0" eaLnBrk="1" fontAlgn="base" hangingPunct="1">
        <a:lnSpc>
          <a:spcPct val="95000"/>
        </a:lnSpc>
        <a:spcBef>
          <a:spcPct val="0"/>
        </a:spcBef>
        <a:spcAft>
          <a:spcPct val="0"/>
        </a:spcAft>
        <a:defRPr sz="2539">
          <a:solidFill>
            <a:srgbClr val="808080"/>
          </a:solidFill>
          <a:latin typeface="Arial" pitchFamily="34" charset="0"/>
        </a:defRPr>
      </a:lvl3pPr>
      <a:lvl4pPr algn="l" rtl="0" eaLnBrk="1" fontAlgn="base" hangingPunct="1">
        <a:lnSpc>
          <a:spcPct val="95000"/>
        </a:lnSpc>
        <a:spcBef>
          <a:spcPct val="0"/>
        </a:spcBef>
        <a:spcAft>
          <a:spcPct val="0"/>
        </a:spcAft>
        <a:defRPr sz="2539">
          <a:solidFill>
            <a:srgbClr val="808080"/>
          </a:solidFill>
          <a:latin typeface="Arial" pitchFamily="34" charset="0"/>
        </a:defRPr>
      </a:lvl4pPr>
      <a:lvl5pPr algn="l" rtl="0" eaLnBrk="1" fontAlgn="base" hangingPunct="1">
        <a:lnSpc>
          <a:spcPct val="95000"/>
        </a:lnSpc>
        <a:spcBef>
          <a:spcPct val="0"/>
        </a:spcBef>
        <a:spcAft>
          <a:spcPct val="0"/>
        </a:spcAft>
        <a:defRPr sz="2539">
          <a:solidFill>
            <a:srgbClr val="808080"/>
          </a:solidFill>
          <a:latin typeface="Arial" pitchFamily="34" charset="0"/>
        </a:defRPr>
      </a:lvl5pPr>
      <a:lvl6pPr marL="580461" algn="l" rtl="0" eaLnBrk="1" fontAlgn="base" hangingPunct="1">
        <a:lnSpc>
          <a:spcPct val="95000"/>
        </a:lnSpc>
        <a:spcBef>
          <a:spcPct val="0"/>
        </a:spcBef>
        <a:spcAft>
          <a:spcPct val="0"/>
        </a:spcAft>
        <a:defRPr sz="2539">
          <a:solidFill>
            <a:srgbClr val="808080"/>
          </a:solidFill>
          <a:latin typeface="Arial" pitchFamily="34" charset="0"/>
        </a:defRPr>
      </a:lvl6pPr>
      <a:lvl7pPr marL="1160924" algn="l" rtl="0" eaLnBrk="1" fontAlgn="base" hangingPunct="1">
        <a:lnSpc>
          <a:spcPct val="95000"/>
        </a:lnSpc>
        <a:spcBef>
          <a:spcPct val="0"/>
        </a:spcBef>
        <a:spcAft>
          <a:spcPct val="0"/>
        </a:spcAft>
        <a:defRPr sz="2539">
          <a:solidFill>
            <a:srgbClr val="808080"/>
          </a:solidFill>
          <a:latin typeface="Arial" pitchFamily="34" charset="0"/>
        </a:defRPr>
      </a:lvl7pPr>
      <a:lvl8pPr marL="1741385" algn="l" rtl="0" eaLnBrk="1" fontAlgn="base" hangingPunct="1">
        <a:lnSpc>
          <a:spcPct val="95000"/>
        </a:lnSpc>
        <a:spcBef>
          <a:spcPct val="0"/>
        </a:spcBef>
        <a:spcAft>
          <a:spcPct val="0"/>
        </a:spcAft>
        <a:defRPr sz="2539">
          <a:solidFill>
            <a:srgbClr val="808080"/>
          </a:solidFill>
          <a:latin typeface="Arial" pitchFamily="34" charset="0"/>
        </a:defRPr>
      </a:lvl8pPr>
      <a:lvl9pPr marL="2321844" algn="l" rtl="0" eaLnBrk="1" fontAlgn="base" hangingPunct="1">
        <a:lnSpc>
          <a:spcPct val="95000"/>
        </a:lnSpc>
        <a:spcBef>
          <a:spcPct val="0"/>
        </a:spcBef>
        <a:spcAft>
          <a:spcPct val="0"/>
        </a:spcAft>
        <a:defRPr sz="2539">
          <a:solidFill>
            <a:srgbClr val="808080"/>
          </a:solidFill>
          <a:latin typeface="Arial" pitchFamily="34" charset="0"/>
        </a:defRPr>
      </a:lvl9pPr>
    </p:titleStyle>
    <p:bodyStyle>
      <a:lvl1pPr marL="0" indent="0" algn="l" rtl="0" eaLnBrk="1" fontAlgn="base" hangingPunct="1">
        <a:lnSpc>
          <a:spcPct val="120000"/>
        </a:lnSpc>
        <a:spcBef>
          <a:spcPts val="0"/>
        </a:spcBef>
        <a:spcAft>
          <a:spcPct val="0"/>
        </a:spcAft>
        <a:buClr>
          <a:schemeClr val="tx1"/>
        </a:buClr>
        <a:buFont typeface="Arial" pitchFamily="34" charset="0"/>
        <a:buNone/>
        <a:defRPr sz="1600" b="0">
          <a:solidFill>
            <a:schemeClr val="tx1"/>
          </a:solidFill>
          <a:latin typeface="+mn-lt"/>
          <a:ea typeface="+mn-ea"/>
          <a:cs typeface="+mn-cs"/>
        </a:defRPr>
      </a:lvl1pPr>
      <a:lvl2pPr marL="27432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2pPr>
      <a:lvl3pPr marL="54864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3pPr>
      <a:lvl4pPr marL="82296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4pPr>
      <a:lvl5pPr marL="1097280" indent="-274320" algn="l" rtl="0" eaLnBrk="1" fontAlgn="base" hangingPunct="1">
        <a:lnSpc>
          <a:spcPct val="120000"/>
        </a:lnSpc>
        <a:spcBef>
          <a:spcPts val="0"/>
        </a:spcBef>
        <a:spcAft>
          <a:spcPct val="0"/>
        </a:spcAft>
        <a:buClr>
          <a:schemeClr val="tx1"/>
        </a:buClr>
        <a:buChar char="•"/>
        <a:defRPr sz="1600">
          <a:solidFill>
            <a:schemeClr val="tx1"/>
          </a:solidFill>
          <a:latin typeface="+mn-lt"/>
        </a:defRPr>
      </a:lvl5pPr>
      <a:lvl6pPr marL="1975181" indent="-241859" algn="l" rtl="0" eaLnBrk="1" fontAlgn="base" hangingPunct="1">
        <a:spcBef>
          <a:spcPct val="30000"/>
        </a:spcBef>
        <a:spcAft>
          <a:spcPct val="0"/>
        </a:spcAft>
        <a:buChar char="•"/>
        <a:defRPr>
          <a:solidFill>
            <a:srgbClr val="808080"/>
          </a:solidFill>
          <a:latin typeface="+mn-lt"/>
        </a:defRPr>
      </a:lvl6pPr>
      <a:lvl7pPr marL="2555643" indent="-241859" algn="l" rtl="0" eaLnBrk="1" fontAlgn="base" hangingPunct="1">
        <a:spcBef>
          <a:spcPct val="30000"/>
        </a:spcBef>
        <a:spcAft>
          <a:spcPct val="0"/>
        </a:spcAft>
        <a:buChar char="•"/>
        <a:defRPr>
          <a:solidFill>
            <a:srgbClr val="808080"/>
          </a:solidFill>
          <a:latin typeface="+mn-lt"/>
        </a:defRPr>
      </a:lvl7pPr>
      <a:lvl8pPr marL="3136104" indent="-241859" algn="l" rtl="0" eaLnBrk="1" fontAlgn="base" hangingPunct="1">
        <a:spcBef>
          <a:spcPct val="30000"/>
        </a:spcBef>
        <a:spcAft>
          <a:spcPct val="0"/>
        </a:spcAft>
        <a:buChar char="•"/>
        <a:defRPr>
          <a:solidFill>
            <a:srgbClr val="808080"/>
          </a:solidFill>
          <a:latin typeface="+mn-lt"/>
        </a:defRPr>
      </a:lvl8pPr>
      <a:lvl9pPr marL="3716566" indent="-241859" algn="l" rtl="0" eaLnBrk="1" fontAlgn="base" hangingPunct="1">
        <a:spcBef>
          <a:spcPct val="30000"/>
        </a:spcBef>
        <a:spcAft>
          <a:spcPct val="0"/>
        </a:spcAft>
        <a:buChar char="•"/>
        <a:defRPr>
          <a:solidFill>
            <a:srgbClr val="808080"/>
          </a:solidFill>
          <a:latin typeface="+mn-lt"/>
        </a:defRPr>
      </a:lvl9pPr>
    </p:bodyStyle>
    <p:otherStyle>
      <a:defPPr>
        <a:defRPr lang="en-US"/>
      </a:defPPr>
      <a:lvl1pPr marL="0" algn="l" defTabSz="1160924" rtl="0" eaLnBrk="1" latinLnBrk="0" hangingPunct="1">
        <a:defRPr sz="2285" kern="1200">
          <a:solidFill>
            <a:schemeClr val="tx1"/>
          </a:solidFill>
          <a:latin typeface="+mn-lt"/>
          <a:ea typeface="+mn-ea"/>
          <a:cs typeface="+mn-cs"/>
        </a:defRPr>
      </a:lvl1pPr>
      <a:lvl2pPr marL="580461" algn="l" defTabSz="1160924" rtl="0" eaLnBrk="1" latinLnBrk="0" hangingPunct="1">
        <a:defRPr sz="2285" kern="1200">
          <a:solidFill>
            <a:schemeClr val="tx1"/>
          </a:solidFill>
          <a:latin typeface="+mn-lt"/>
          <a:ea typeface="+mn-ea"/>
          <a:cs typeface="+mn-cs"/>
        </a:defRPr>
      </a:lvl2pPr>
      <a:lvl3pPr marL="1160924" algn="l" defTabSz="1160924" rtl="0" eaLnBrk="1" latinLnBrk="0" hangingPunct="1">
        <a:defRPr sz="2285" kern="1200">
          <a:solidFill>
            <a:schemeClr val="tx1"/>
          </a:solidFill>
          <a:latin typeface="+mn-lt"/>
          <a:ea typeface="+mn-ea"/>
          <a:cs typeface="+mn-cs"/>
        </a:defRPr>
      </a:lvl3pPr>
      <a:lvl4pPr marL="1741385" algn="l" defTabSz="1160924" rtl="0" eaLnBrk="1" latinLnBrk="0" hangingPunct="1">
        <a:defRPr sz="2285" kern="1200">
          <a:solidFill>
            <a:schemeClr val="tx1"/>
          </a:solidFill>
          <a:latin typeface="+mn-lt"/>
          <a:ea typeface="+mn-ea"/>
          <a:cs typeface="+mn-cs"/>
        </a:defRPr>
      </a:lvl4pPr>
      <a:lvl5pPr marL="2321844" algn="l" defTabSz="1160924" rtl="0" eaLnBrk="1" latinLnBrk="0" hangingPunct="1">
        <a:defRPr sz="2285" kern="1200">
          <a:solidFill>
            <a:schemeClr val="tx1"/>
          </a:solidFill>
          <a:latin typeface="+mn-lt"/>
          <a:ea typeface="+mn-ea"/>
          <a:cs typeface="+mn-cs"/>
        </a:defRPr>
      </a:lvl5pPr>
      <a:lvl6pPr marL="2902307" algn="l" defTabSz="1160924" rtl="0" eaLnBrk="1" latinLnBrk="0" hangingPunct="1">
        <a:defRPr sz="2285" kern="1200">
          <a:solidFill>
            <a:schemeClr val="tx1"/>
          </a:solidFill>
          <a:latin typeface="+mn-lt"/>
          <a:ea typeface="+mn-ea"/>
          <a:cs typeface="+mn-cs"/>
        </a:defRPr>
      </a:lvl6pPr>
      <a:lvl7pPr marL="3482768" algn="l" defTabSz="1160924" rtl="0" eaLnBrk="1" latinLnBrk="0" hangingPunct="1">
        <a:defRPr sz="2285" kern="1200">
          <a:solidFill>
            <a:schemeClr val="tx1"/>
          </a:solidFill>
          <a:latin typeface="+mn-lt"/>
          <a:ea typeface="+mn-ea"/>
          <a:cs typeface="+mn-cs"/>
        </a:defRPr>
      </a:lvl7pPr>
      <a:lvl8pPr marL="4063230" algn="l" defTabSz="1160924" rtl="0" eaLnBrk="1" latinLnBrk="0" hangingPunct="1">
        <a:defRPr sz="2285" kern="1200">
          <a:solidFill>
            <a:schemeClr val="tx1"/>
          </a:solidFill>
          <a:latin typeface="+mn-lt"/>
          <a:ea typeface="+mn-ea"/>
          <a:cs typeface="+mn-cs"/>
        </a:defRPr>
      </a:lvl8pPr>
      <a:lvl9pPr marL="4643691" algn="l" defTabSz="1160924" rtl="0" eaLnBrk="1" latinLnBrk="0" hangingPunct="1">
        <a:defRPr sz="228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05">
          <p15:clr>
            <a:srgbClr val="F26B43"/>
          </p15:clr>
        </p15:guide>
        <p15:guide id="0" orient="horz" pos="768">
          <p15:clr>
            <a:srgbClr val="F26B43"/>
          </p15:clr>
        </p15:guide>
        <p15:guide id="2" pos="7375">
          <p15:clr>
            <a:srgbClr val="F26B43"/>
          </p15:clr>
        </p15:guide>
        <p15:guide id="3" orient="horz" pos="4008">
          <p15:clr>
            <a:srgbClr val="F26B43"/>
          </p15:clr>
        </p15:guide>
        <p15:guide id="4" orient="horz" pos="912">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5.xml"/></Relationships>
</file>

<file path=ppt/slides/_rels/slide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jpeg"/><Relationship Id="rId1" Type="http://schemas.openxmlformats.org/officeDocument/2006/relationships/slideLayout" Target="../slideLayouts/slideLayout108.xml"/></Relationships>
</file>

<file path=ppt/slides/_rels/slide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8.xml"/></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08.xml"/><Relationship Id="rId4" Type="http://schemas.openxmlformats.org/officeDocument/2006/relationships/image" Target="../media/image20.jpeg"/></Relationships>
</file>

<file path=ppt/slides/_rels/slide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08.xml"/></Relationships>
</file>

<file path=ppt/slides/_rels/slide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08.xml"/><Relationship Id="rId4" Type="http://schemas.openxmlformats.org/officeDocument/2006/relationships/image" Target="../media/image24.jpeg"/></Relationships>
</file>

<file path=ppt/slides/_rels/slide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08.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29.jpeg"/><Relationship Id="rId7" Type="http://schemas.openxmlformats.org/officeDocument/2006/relationships/image" Target="../media/image31.png"/><Relationship Id="rId2" Type="http://schemas.openxmlformats.org/officeDocument/2006/relationships/slideLayout" Target="../slideLayouts/slideLayout108.xml"/><Relationship Id="rId1" Type="http://schemas.openxmlformats.org/officeDocument/2006/relationships/vmlDrawing" Target="../drawings/vmlDrawing1.vml"/><Relationship Id="rId6" Type="http://schemas.openxmlformats.org/officeDocument/2006/relationships/image" Target="../media/image27.wmf"/><Relationship Id="rId5" Type="http://schemas.openxmlformats.org/officeDocument/2006/relationships/oleObject" Target="../embeddings/oleObject1.bin"/><Relationship Id="rId4" Type="http://schemas.openxmlformats.org/officeDocument/2006/relationships/image" Target="../media/image30.jpeg"/><Relationship Id="rId9" Type="http://schemas.openxmlformats.org/officeDocument/2006/relationships/image" Target="../media/image28.wmf"/></Relationships>
</file>

<file path=ppt/slides/_rels/slide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08.xml"/><Relationship Id="rId5" Type="http://schemas.openxmlformats.org/officeDocument/2006/relationships/image" Target="../media/image35.jpeg"/><Relationship Id="rId4" Type="http://schemas.openxmlformats.org/officeDocument/2006/relationships/image" Target="../media/image34.jpeg"/></Relationships>
</file>

<file path=ppt/slides/_rels/slide1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08.xml"/></Relationships>
</file>

<file path=ppt/slides/_rels/slide11.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image" Target="../media/image38.png"/><Relationship Id="rId7" Type="http://schemas.openxmlformats.org/officeDocument/2006/relationships/image" Target="../media/image42.emf"/><Relationship Id="rId2" Type="http://schemas.openxmlformats.org/officeDocument/2006/relationships/image" Target="../media/image37.emf"/><Relationship Id="rId1" Type="http://schemas.openxmlformats.org/officeDocument/2006/relationships/slideLayout" Target="../slideLayouts/slideLayout108.xml"/><Relationship Id="rId6" Type="http://schemas.openxmlformats.org/officeDocument/2006/relationships/image" Target="../media/image41.emf"/><Relationship Id="rId5" Type="http://schemas.openxmlformats.org/officeDocument/2006/relationships/image" Target="../media/image40.emf"/><Relationship Id="rId4" Type="http://schemas.openxmlformats.org/officeDocument/2006/relationships/image" Target="../media/image39.emf"/></Relationships>
</file>

<file path=ppt/slides/_rels/slide1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10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87.xml"/><Relationship Id="rId5" Type="http://schemas.openxmlformats.org/officeDocument/2006/relationships/image" Target="../media/image48.png"/><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08.xml"/></Relationships>
</file>

<file path=ppt/slides/_rels/slide1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xml"/><Relationship Id="rId1" Type="http://schemas.openxmlformats.org/officeDocument/2006/relationships/slideLayout" Target="../slideLayouts/slideLayout1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ctrTitle"/>
          </p:nvPr>
        </p:nvSpPr>
        <p:spPr>
          <a:xfrm>
            <a:off x="746024" y="1514901"/>
            <a:ext cx="8735947" cy="1214739"/>
          </a:xfrm>
        </p:spPr>
        <p:txBody>
          <a:bodyPr/>
          <a:lstStyle/>
          <a:p>
            <a:pPr eaLnBrk="0" hangingPunct="0">
              <a:defRPr/>
            </a:pPr>
            <a:r>
              <a:rPr lang="en-US" dirty="0"/>
              <a:t>High pressure water jetting </a:t>
            </a:r>
            <a:r>
              <a:rPr lang="en-US" dirty="0" smtClean="0"/>
              <a:t>/hydro blasting AWARENESS</a:t>
            </a:r>
            <a:endParaRPr lang="en-US" dirty="0"/>
          </a:p>
        </p:txBody>
      </p:sp>
      <p:sp>
        <p:nvSpPr>
          <p:cNvPr id="6" name="Rectangle 3"/>
          <p:cNvSpPr>
            <a:spLocks noGrp="1" noChangeArrowheads="1"/>
          </p:cNvSpPr>
          <p:nvPr>
            <p:ph type="subTitle" idx="1"/>
          </p:nvPr>
        </p:nvSpPr>
        <p:spPr>
          <a:xfrm>
            <a:off x="746024" y="2951676"/>
            <a:ext cx="8299450" cy="2034344"/>
          </a:xfrm>
        </p:spPr>
        <p:txBody>
          <a:bodyPr/>
          <a:lstStyle/>
          <a:p>
            <a:pPr eaLnBrk="0" hangingPunct="0">
              <a:spcAft>
                <a:spcPts val="600"/>
              </a:spcAft>
              <a:defRPr/>
            </a:pPr>
            <a:r>
              <a:rPr lang="en-US" dirty="0" smtClean="0"/>
              <a:t>Reference standard : SHEM 08.07</a:t>
            </a:r>
          </a:p>
          <a:p>
            <a:pPr eaLnBrk="0" hangingPunct="0">
              <a:spcAft>
                <a:spcPts val="600"/>
              </a:spcAft>
              <a:defRPr/>
            </a:pPr>
            <a:r>
              <a:rPr lang="en-US" sz="1000" cap="none" dirty="0" smtClean="0">
                <a:latin typeface="+mn-lt"/>
                <a:cs typeface="SABIC Typeface Text Light" panose="020B0303060202020204" pitchFamily="34" charset="0"/>
              </a:rPr>
              <a:t>Oct 2021</a:t>
            </a:r>
            <a:endParaRPr lang="en-US" sz="1000" cap="none" dirty="0">
              <a:latin typeface="+mn-lt"/>
              <a:cs typeface="SABIC Typeface Text Light" panose="020B0303060202020204" pitchFamily="34" charset="0"/>
            </a:endParaRPr>
          </a:p>
          <a:p>
            <a:pPr eaLnBrk="0" hangingPunct="0">
              <a:defRPr/>
            </a:pPr>
            <a:endParaRPr lang="en-US" dirty="0"/>
          </a:p>
        </p:txBody>
      </p:sp>
      <p:sp>
        <p:nvSpPr>
          <p:cNvPr id="2" name="TextBox 1"/>
          <p:cNvSpPr txBox="1"/>
          <p:nvPr/>
        </p:nvSpPr>
        <p:spPr bwMode="auto">
          <a:xfrm>
            <a:off x="7434807" y="655092"/>
            <a:ext cx="204716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kern="0" dirty="0" smtClean="0">
                <a:solidFill>
                  <a:schemeClr val="accent6"/>
                </a:solidFill>
              </a:rPr>
              <a:t>Attachment-3</a:t>
            </a:r>
          </a:p>
        </p:txBody>
      </p:sp>
    </p:spTree>
    <p:extLst>
      <p:ext uri="{BB962C8B-B14F-4D97-AF65-F5344CB8AC3E}">
        <p14:creationId xmlns:p14="http://schemas.microsoft.com/office/powerpoint/2010/main" val="2151430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641445" y="3498732"/>
            <a:ext cx="10986448" cy="3823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5613">
              <a:defRPr sz="2400">
                <a:solidFill>
                  <a:schemeClr val="tx1"/>
                </a:solidFill>
                <a:latin typeface="Times New Roman" panose="02020603050405020304" pitchFamily="18" charset="0"/>
              </a:defRPr>
            </a:lvl1pPr>
            <a:lvl2pPr marL="685800" indent="-228600" defTabSz="455613">
              <a:defRPr sz="2400">
                <a:solidFill>
                  <a:schemeClr val="tx1"/>
                </a:solidFill>
                <a:latin typeface="Times New Roman" panose="02020603050405020304" pitchFamily="18" charset="0"/>
              </a:defRPr>
            </a:lvl2pPr>
            <a:lvl3pPr defTabSz="455613">
              <a:defRPr sz="2400">
                <a:solidFill>
                  <a:schemeClr val="tx1"/>
                </a:solidFill>
                <a:latin typeface="Times New Roman" panose="02020603050405020304" pitchFamily="18" charset="0"/>
              </a:defRPr>
            </a:lvl3pPr>
            <a:lvl4pPr defTabSz="455613">
              <a:defRPr sz="2400">
                <a:solidFill>
                  <a:schemeClr val="tx1"/>
                </a:solidFill>
                <a:latin typeface="Times New Roman" panose="02020603050405020304" pitchFamily="18" charset="0"/>
              </a:defRPr>
            </a:lvl4pPr>
            <a:lvl5pPr defTabSz="455613">
              <a:defRPr sz="2400">
                <a:solidFill>
                  <a:schemeClr val="tx1"/>
                </a:solidFill>
                <a:latin typeface="Times New Roman" panose="02020603050405020304" pitchFamily="18" charset="0"/>
              </a:defRPr>
            </a:lvl5pPr>
            <a:lvl6pPr defTabSz="455613" eaLnBrk="0" fontAlgn="base" hangingPunct="0">
              <a:spcBef>
                <a:spcPct val="0"/>
              </a:spcBef>
              <a:spcAft>
                <a:spcPct val="0"/>
              </a:spcAft>
              <a:defRPr sz="2400">
                <a:solidFill>
                  <a:schemeClr val="tx1"/>
                </a:solidFill>
                <a:latin typeface="Times New Roman" panose="02020603050405020304" pitchFamily="18" charset="0"/>
              </a:defRPr>
            </a:lvl6pPr>
            <a:lvl7pPr defTabSz="455613" eaLnBrk="0" fontAlgn="base" hangingPunct="0">
              <a:spcBef>
                <a:spcPct val="0"/>
              </a:spcBef>
              <a:spcAft>
                <a:spcPct val="0"/>
              </a:spcAft>
              <a:defRPr sz="2400">
                <a:solidFill>
                  <a:schemeClr val="tx1"/>
                </a:solidFill>
                <a:latin typeface="Times New Roman" panose="02020603050405020304" pitchFamily="18" charset="0"/>
              </a:defRPr>
            </a:lvl7pPr>
            <a:lvl8pPr defTabSz="455613" eaLnBrk="0" fontAlgn="base" hangingPunct="0">
              <a:spcBef>
                <a:spcPct val="0"/>
              </a:spcBef>
              <a:spcAft>
                <a:spcPct val="0"/>
              </a:spcAft>
              <a:defRPr sz="2400">
                <a:solidFill>
                  <a:schemeClr val="tx1"/>
                </a:solidFill>
                <a:latin typeface="Times New Roman" panose="02020603050405020304" pitchFamily="18" charset="0"/>
              </a:defRPr>
            </a:lvl8pPr>
            <a:lvl9pPr defTabSz="455613"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70000"/>
              </a:spcBef>
              <a:buFont typeface="Monotype Sorts" charset="2"/>
              <a:buNone/>
              <a:defRPr/>
            </a:pPr>
            <a:r>
              <a:rPr lang="en-US" altLang="en-US" b="1" dirty="0" smtClean="0">
                <a:effectLst>
                  <a:outerShdw blurRad="38100" dist="38100" dir="2700000" algn="tl">
                    <a:srgbClr val="C0C0C0"/>
                  </a:outerShdw>
                </a:effectLst>
                <a:latin typeface="+mn-lt"/>
              </a:rPr>
              <a:t>   </a:t>
            </a:r>
          </a:p>
          <a:p>
            <a:pPr marL="285750" lvl="2" indent="-285750" fontAlgn="base">
              <a:lnSpc>
                <a:spcPct val="150000"/>
              </a:lnSpc>
              <a:spcAft>
                <a:spcPct val="0"/>
              </a:spcAft>
              <a:buClr>
                <a:schemeClr val="tx1"/>
              </a:buClr>
              <a:buFont typeface="Arial" panose="020B0604020202020204" pitchFamily="34" charset="0"/>
              <a:buChar char="•"/>
              <a:defRPr/>
            </a:pPr>
            <a:r>
              <a:rPr lang="en-US" altLang="en-US" sz="1500" dirty="0" err="1">
                <a:latin typeface="+mn-lt"/>
              </a:rPr>
              <a:t>Hydrojetting</a:t>
            </a:r>
            <a:r>
              <a:rPr lang="en-US" altLang="en-US" sz="1500" dirty="0">
                <a:latin typeface="+mn-lt"/>
              </a:rPr>
              <a:t>/ high pressure water jetting (</a:t>
            </a:r>
            <a:r>
              <a:rPr lang="en-US" altLang="en-US" sz="1500" dirty="0" smtClean="0">
                <a:latin typeface="+mn-lt"/>
              </a:rPr>
              <a:t>HPWJ) </a:t>
            </a:r>
            <a:r>
              <a:rPr lang="en-US" altLang="en-US" sz="1500" dirty="0">
                <a:latin typeface="+mn-lt"/>
              </a:rPr>
              <a:t>/ </a:t>
            </a:r>
            <a:r>
              <a:rPr lang="en-US" altLang="en-US" sz="1500" dirty="0" err="1">
                <a:latin typeface="+mn-lt"/>
              </a:rPr>
              <a:t>hydoblasting</a:t>
            </a:r>
            <a:r>
              <a:rPr lang="en-US" altLang="en-US" sz="1500" dirty="0">
                <a:latin typeface="+mn-lt"/>
              </a:rPr>
              <a:t> is a </a:t>
            </a:r>
            <a:r>
              <a:rPr lang="en-US" altLang="en-US" sz="1500" b="1" dirty="0">
                <a:solidFill>
                  <a:srgbClr val="FF0000"/>
                </a:solidFill>
                <a:latin typeface="+mn-lt"/>
              </a:rPr>
              <a:t>hazardous operation</a:t>
            </a:r>
            <a:r>
              <a:rPr lang="en-US" altLang="en-US" sz="1500" dirty="0">
                <a:latin typeface="+mn-lt"/>
              </a:rPr>
              <a:t>. </a:t>
            </a:r>
          </a:p>
          <a:p>
            <a:pPr marL="285750" lvl="2" indent="-285750" fontAlgn="base">
              <a:lnSpc>
                <a:spcPct val="150000"/>
              </a:lnSpc>
              <a:spcAft>
                <a:spcPct val="0"/>
              </a:spcAft>
              <a:buClr>
                <a:schemeClr val="tx1"/>
              </a:buClr>
              <a:buFont typeface="Arial" panose="020B0604020202020204" pitchFamily="34" charset="0"/>
              <a:buChar char="•"/>
              <a:defRPr/>
            </a:pPr>
            <a:r>
              <a:rPr lang="en-US" altLang="en-US" sz="1500" dirty="0">
                <a:latin typeface="+mn-lt"/>
              </a:rPr>
              <a:t>Water pressure produced by the </a:t>
            </a:r>
            <a:r>
              <a:rPr lang="en-US" altLang="en-US" sz="1500" dirty="0" smtClean="0">
                <a:latin typeface="+mn-lt"/>
              </a:rPr>
              <a:t>HPWJ/</a:t>
            </a:r>
            <a:r>
              <a:rPr lang="en-US" altLang="en-US" sz="1500" dirty="0" err="1" smtClean="0">
                <a:latin typeface="+mn-lt"/>
              </a:rPr>
              <a:t>hydroblasting</a:t>
            </a:r>
            <a:r>
              <a:rPr lang="en-US" altLang="en-US" sz="1500" dirty="0" smtClean="0">
                <a:latin typeface="+mn-lt"/>
              </a:rPr>
              <a:t> </a:t>
            </a:r>
            <a:r>
              <a:rPr lang="en-US" altLang="en-US" sz="1500" dirty="0">
                <a:latin typeface="+mn-lt"/>
              </a:rPr>
              <a:t>equipment are normally in </a:t>
            </a:r>
            <a:r>
              <a:rPr lang="en-US" altLang="en-US" sz="1500" dirty="0">
                <a:solidFill>
                  <a:srgbClr val="00B0F0"/>
                </a:solidFill>
                <a:latin typeface="+mn-lt"/>
              </a:rPr>
              <a:t>excess of 250 psig and can be as high as 30,000 psig</a:t>
            </a:r>
          </a:p>
          <a:p>
            <a:pPr marL="285750" lvl="2" indent="-285750" fontAlgn="base">
              <a:lnSpc>
                <a:spcPct val="150000"/>
              </a:lnSpc>
              <a:spcAft>
                <a:spcPct val="0"/>
              </a:spcAft>
              <a:buClr>
                <a:schemeClr val="tx1"/>
              </a:buClr>
              <a:buFont typeface="Arial" panose="020B0604020202020204" pitchFamily="34" charset="0"/>
              <a:buChar char="•"/>
              <a:defRPr/>
            </a:pPr>
            <a:r>
              <a:rPr lang="en-US" altLang="en-US" sz="1500" dirty="0" err="1">
                <a:latin typeface="+mn-lt"/>
              </a:rPr>
              <a:t>Hydroblasting</a:t>
            </a:r>
            <a:r>
              <a:rPr lang="en-US" altLang="en-US" sz="1500" dirty="0">
                <a:latin typeface="+mn-lt"/>
              </a:rPr>
              <a:t> operations should be analyzed, prepared and performed according to </a:t>
            </a:r>
            <a:r>
              <a:rPr lang="en-US" sz="1500" b="1" dirty="0" smtClean="0">
                <a:solidFill>
                  <a:srgbClr val="00B0F0"/>
                </a:solidFill>
                <a:latin typeface="+mn-lt"/>
              </a:rPr>
              <a:t>SHEM 08.07“High </a:t>
            </a:r>
            <a:r>
              <a:rPr lang="en-US" sz="1500" b="1" dirty="0">
                <a:solidFill>
                  <a:srgbClr val="00B0F0"/>
                </a:solidFill>
                <a:latin typeface="+mn-lt"/>
              </a:rPr>
              <a:t>Pressure Water </a:t>
            </a:r>
            <a:r>
              <a:rPr lang="en-US" sz="1500" b="1" dirty="0" smtClean="0">
                <a:solidFill>
                  <a:srgbClr val="00B0F0"/>
                </a:solidFill>
                <a:latin typeface="+mn-lt"/>
              </a:rPr>
              <a:t>Jetting”</a:t>
            </a:r>
            <a:r>
              <a:rPr lang="en-US" altLang="en-US" sz="1500" b="1" dirty="0" smtClean="0">
                <a:solidFill>
                  <a:srgbClr val="00B0F0"/>
                </a:solidFill>
                <a:latin typeface="+mn-lt"/>
              </a:rPr>
              <a:t>. </a:t>
            </a:r>
          </a:p>
        </p:txBody>
      </p:sp>
      <p:pic>
        <p:nvPicPr>
          <p:cNvPr id="4099" name="Picture 10"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398" y="1392063"/>
            <a:ext cx="6469063"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77624" y="664908"/>
            <a:ext cx="7202613" cy="400110"/>
          </a:xfrm>
          <a:prstGeom prst="rect">
            <a:avLst/>
          </a:prstGeom>
        </p:spPr>
        <p:txBody>
          <a:bodyPr wrap="none">
            <a:spAutoFit/>
          </a:bodyPr>
          <a:lstStyle/>
          <a:p>
            <a:r>
              <a:rPr lang="en-US" altLang="en-US" sz="2000" cap="all" dirty="0">
                <a:solidFill>
                  <a:schemeClr val="tx2"/>
                </a:solidFill>
                <a:latin typeface="+mj-lt"/>
                <a:ea typeface="+mj-ea"/>
                <a:cs typeface="+mj-cs"/>
              </a:rPr>
              <a:t>HIGH PRESSURE WATER JETTING </a:t>
            </a:r>
            <a:r>
              <a:rPr lang="en-US" altLang="en-US" sz="2000" cap="all" dirty="0" smtClean="0">
                <a:solidFill>
                  <a:schemeClr val="tx2"/>
                </a:solidFill>
                <a:latin typeface="+mj-lt"/>
                <a:ea typeface="+mj-ea"/>
                <a:cs typeface="+mj-cs"/>
              </a:rPr>
              <a:t>(HPWJ) </a:t>
            </a:r>
            <a:r>
              <a:rPr lang="en-US" altLang="en-US" sz="2000" cap="all" dirty="0">
                <a:solidFill>
                  <a:schemeClr val="tx2"/>
                </a:solidFill>
                <a:latin typeface="+mj-lt"/>
                <a:ea typeface="+mj-ea"/>
                <a:cs typeface="+mj-cs"/>
              </a:rPr>
              <a:t>OPERATIONS </a:t>
            </a:r>
            <a:endParaRPr lang="en-US" sz="2000" cap="all" dirty="0">
              <a:solidFill>
                <a:schemeClr val="tx2"/>
              </a:solidFill>
              <a:latin typeface="+mj-lt"/>
              <a:ea typeface="+mj-ea"/>
              <a:cs typeface="+mj-cs"/>
            </a:endParaRPr>
          </a:p>
        </p:txBody>
      </p:sp>
      <p:pic>
        <p:nvPicPr>
          <p:cNvPr id="3" name="Picture 2"/>
          <p:cNvPicPr>
            <a:picLocks noChangeAspect="1"/>
          </p:cNvPicPr>
          <p:nvPr/>
        </p:nvPicPr>
        <p:blipFill>
          <a:blip r:embed="rId3"/>
          <a:stretch>
            <a:fillRect/>
          </a:stretch>
        </p:blipFill>
        <p:spPr>
          <a:xfrm>
            <a:off x="9333956" y="1322030"/>
            <a:ext cx="1848250" cy="2456227"/>
          </a:xfrm>
          <a:prstGeom prst="rect">
            <a:avLst/>
          </a:prstGeom>
        </p:spPr>
      </p:pic>
    </p:spTree>
    <p:extLst>
      <p:ext uri="{BB962C8B-B14F-4D97-AF65-F5344CB8AC3E}">
        <p14:creationId xmlns:p14="http://schemas.microsoft.com/office/powerpoint/2010/main" val="15224048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8911989" y="1178614"/>
            <a:ext cx="2622076" cy="5209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5613">
              <a:defRPr sz="2400">
                <a:solidFill>
                  <a:schemeClr val="tx1"/>
                </a:solidFill>
                <a:latin typeface="Times New Roman" panose="02020603050405020304" pitchFamily="18" charset="0"/>
              </a:defRPr>
            </a:lvl1pPr>
            <a:lvl2pPr marL="685800" indent="-228600" defTabSz="455613">
              <a:defRPr sz="2400">
                <a:solidFill>
                  <a:schemeClr val="tx1"/>
                </a:solidFill>
                <a:latin typeface="Times New Roman" panose="02020603050405020304" pitchFamily="18" charset="0"/>
              </a:defRPr>
            </a:lvl2pPr>
            <a:lvl3pPr defTabSz="455613">
              <a:defRPr sz="2400">
                <a:solidFill>
                  <a:schemeClr val="tx1"/>
                </a:solidFill>
                <a:latin typeface="Times New Roman" panose="02020603050405020304" pitchFamily="18" charset="0"/>
              </a:defRPr>
            </a:lvl3pPr>
            <a:lvl4pPr defTabSz="455613">
              <a:defRPr sz="2400">
                <a:solidFill>
                  <a:schemeClr val="tx1"/>
                </a:solidFill>
                <a:latin typeface="Times New Roman" panose="02020603050405020304" pitchFamily="18" charset="0"/>
              </a:defRPr>
            </a:lvl4pPr>
            <a:lvl5pPr defTabSz="455613">
              <a:defRPr sz="2400">
                <a:solidFill>
                  <a:schemeClr val="tx1"/>
                </a:solidFill>
                <a:latin typeface="Times New Roman" panose="02020603050405020304" pitchFamily="18" charset="0"/>
              </a:defRPr>
            </a:lvl5pPr>
            <a:lvl6pPr defTabSz="455613" eaLnBrk="0" fontAlgn="base" hangingPunct="0">
              <a:spcBef>
                <a:spcPct val="0"/>
              </a:spcBef>
              <a:spcAft>
                <a:spcPct val="0"/>
              </a:spcAft>
              <a:defRPr sz="2400">
                <a:solidFill>
                  <a:schemeClr val="tx1"/>
                </a:solidFill>
                <a:latin typeface="Times New Roman" panose="02020603050405020304" pitchFamily="18" charset="0"/>
              </a:defRPr>
            </a:lvl6pPr>
            <a:lvl7pPr defTabSz="455613" eaLnBrk="0" fontAlgn="base" hangingPunct="0">
              <a:spcBef>
                <a:spcPct val="0"/>
              </a:spcBef>
              <a:spcAft>
                <a:spcPct val="0"/>
              </a:spcAft>
              <a:defRPr sz="2400">
                <a:solidFill>
                  <a:schemeClr val="tx1"/>
                </a:solidFill>
                <a:latin typeface="Times New Roman" panose="02020603050405020304" pitchFamily="18" charset="0"/>
              </a:defRPr>
            </a:lvl7pPr>
            <a:lvl8pPr defTabSz="455613" eaLnBrk="0" fontAlgn="base" hangingPunct="0">
              <a:spcBef>
                <a:spcPct val="0"/>
              </a:spcBef>
              <a:spcAft>
                <a:spcPct val="0"/>
              </a:spcAft>
              <a:defRPr sz="2400">
                <a:solidFill>
                  <a:schemeClr val="tx1"/>
                </a:solidFill>
                <a:latin typeface="Times New Roman" panose="02020603050405020304" pitchFamily="18" charset="0"/>
              </a:defRPr>
            </a:lvl8pPr>
            <a:lvl9pPr defTabSz="455613" eaLnBrk="0" fontAlgn="base" hangingPunct="0">
              <a:spcBef>
                <a:spcPct val="0"/>
              </a:spcBef>
              <a:spcAft>
                <a:spcPct val="0"/>
              </a:spcAft>
              <a:defRPr sz="2400">
                <a:solidFill>
                  <a:schemeClr val="tx1"/>
                </a:solidFill>
                <a:latin typeface="Times New Roman" panose="02020603050405020304" pitchFamily="18" charset="0"/>
              </a:defRPr>
            </a:lvl9pPr>
          </a:lstStyle>
          <a:p>
            <a:pPr marL="52388" indent="-52388">
              <a:spcBef>
                <a:spcPct val="70000"/>
              </a:spcBef>
              <a:buFont typeface="Monotype Sorts" charset="2"/>
              <a:buNone/>
              <a:defRPr/>
            </a:pPr>
            <a:r>
              <a:rPr lang="en-US" altLang="en-US" b="1" dirty="0" smtClean="0">
                <a:effectLst>
                  <a:outerShdw blurRad="38100" dist="38100" dir="2700000" algn="tl">
                    <a:srgbClr val="C0C0C0"/>
                  </a:outerShdw>
                </a:effectLst>
                <a:latin typeface="+mn-lt"/>
              </a:rPr>
              <a:t> </a:t>
            </a:r>
            <a:r>
              <a:rPr lang="en-US" altLang="en-US" sz="1500" b="1" u="sng" dirty="0" smtClean="0">
                <a:solidFill>
                  <a:srgbClr val="00B0F0"/>
                </a:solidFill>
                <a:latin typeface="+mn-lt"/>
              </a:rPr>
              <a:t>Hierarchy of risk Control:</a:t>
            </a:r>
          </a:p>
          <a:p>
            <a:pPr marL="285750" lvl="2" indent="-285750" fontAlgn="base">
              <a:lnSpc>
                <a:spcPct val="150000"/>
              </a:lnSpc>
              <a:spcAft>
                <a:spcPct val="0"/>
              </a:spcAft>
              <a:buClr>
                <a:schemeClr val="tx1"/>
              </a:buClr>
              <a:buFont typeface="Arial" panose="020B0604020202020204" pitchFamily="34" charset="0"/>
              <a:buChar char="•"/>
              <a:defRPr/>
            </a:pPr>
            <a:r>
              <a:rPr lang="en-US" altLang="en-US" sz="1500" b="1" dirty="0" smtClean="0">
                <a:solidFill>
                  <a:srgbClr val="00B0F0"/>
                </a:solidFill>
                <a:latin typeface="+mn-lt"/>
              </a:rPr>
              <a:t>Automated and semi automated HPWJ methods </a:t>
            </a:r>
            <a:r>
              <a:rPr lang="en-US" altLang="en-US" sz="1500" dirty="0" smtClean="0">
                <a:latin typeface="+mn-lt"/>
              </a:rPr>
              <a:t>shall be considered before manual lancing fitted with an anti-withdrawal/ejection device, since </a:t>
            </a:r>
            <a:r>
              <a:rPr lang="en-US" altLang="en-US" sz="1500" dirty="0">
                <a:latin typeface="+mn-lt"/>
              </a:rPr>
              <a:t>they avoid exposure of personnel to high pressure and are </a:t>
            </a:r>
            <a:r>
              <a:rPr lang="en-US" altLang="en-US" sz="1500" b="1" dirty="0">
                <a:solidFill>
                  <a:srgbClr val="00B0F0"/>
                </a:solidFill>
                <a:latin typeface="+mn-lt"/>
              </a:rPr>
              <a:t>more</a:t>
            </a:r>
            <a:r>
              <a:rPr lang="en-US" altLang="en-US" sz="1500" dirty="0">
                <a:latin typeface="+mn-lt"/>
              </a:rPr>
              <a:t> </a:t>
            </a:r>
            <a:r>
              <a:rPr lang="en-US" altLang="en-US" sz="1500" b="1" dirty="0">
                <a:solidFill>
                  <a:srgbClr val="00B0F0"/>
                </a:solidFill>
                <a:latin typeface="+mn-lt"/>
              </a:rPr>
              <a:t>safe</a:t>
            </a:r>
            <a:r>
              <a:rPr lang="en-US" altLang="en-US" sz="1500" b="1" dirty="0" smtClean="0">
                <a:solidFill>
                  <a:srgbClr val="00B0F0"/>
                </a:solidFill>
                <a:latin typeface="+mn-lt"/>
              </a:rPr>
              <a:t>.</a:t>
            </a:r>
          </a:p>
          <a:p>
            <a:pPr marL="285750" lvl="2" indent="-285750" fontAlgn="base">
              <a:lnSpc>
                <a:spcPct val="150000"/>
              </a:lnSpc>
              <a:spcAft>
                <a:spcPct val="0"/>
              </a:spcAft>
              <a:buClr>
                <a:schemeClr val="tx1"/>
              </a:buClr>
              <a:buFont typeface="Arial" panose="020B0604020202020204" pitchFamily="34" charset="0"/>
              <a:buChar char="•"/>
              <a:defRPr/>
            </a:pPr>
            <a:r>
              <a:rPr lang="en-US" altLang="en-US" sz="1500" b="1" dirty="0" smtClean="0">
                <a:solidFill>
                  <a:srgbClr val="00B0F0"/>
                </a:solidFill>
                <a:latin typeface="+mn-lt"/>
              </a:rPr>
              <a:t>See Table 4.1 </a:t>
            </a:r>
            <a:r>
              <a:rPr lang="en-US" altLang="en-US" sz="1500" dirty="0">
                <a:latin typeface="+mn-lt"/>
              </a:rPr>
              <a:t>for typical risk </a:t>
            </a:r>
            <a:r>
              <a:rPr lang="en-US" altLang="en-US" sz="1500" dirty="0" smtClean="0">
                <a:latin typeface="+mn-lt"/>
              </a:rPr>
              <a:t>evaluation</a:t>
            </a:r>
            <a:endParaRPr lang="en-US" altLang="en-US" sz="1500" dirty="0">
              <a:latin typeface="+mn-lt"/>
            </a:endParaRPr>
          </a:p>
        </p:txBody>
      </p:sp>
      <p:sp>
        <p:nvSpPr>
          <p:cNvPr id="2" name="Rectangle 1"/>
          <p:cNvSpPr/>
          <p:nvPr/>
        </p:nvSpPr>
        <p:spPr>
          <a:xfrm>
            <a:off x="377624" y="664908"/>
            <a:ext cx="7202613" cy="400110"/>
          </a:xfrm>
          <a:prstGeom prst="rect">
            <a:avLst/>
          </a:prstGeom>
        </p:spPr>
        <p:txBody>
          <a:bodyPr wrap="none">
            <a:spAutoFit/>
          </a:bodyPr>
          <a:lstStyle/>
          <a:p>
            <a:r>
              <a:rPr lang="en-US" altLang="en-US" sz="2000" cap="all" dirty="0">
                <a:solidFill>
                  <a:schemeClr val="tx2"/>
                </a:solidFill>
                <a:latin typeface="+mj-lt"/>
                <a:ea typeface="+mj-ea"/>
                <a:cs typeface="+mj-cs"/>
              </a:rPr>
              <a:t>HIGH PRESSURE WATER JETTING </a:t>
            </a:r>
            <a:r>
              <a:rPr lang="en-US" altLang="en-US" sz="2000" cap="all" dirty="0" smtClean="0">
                <a:solidFill>
                  <a:schemeClr val="tx2"/>
                </a:solidFill>
                <a:latin typeface="+mj-lt"/>
                <a:ea typeface="+mj-ea"/>
                <a:cs typeface="+mj-cs"/>
              </a:rPr>
              <a:t>(HPWJ) </a:t>
            </a:r>
            <a:r>
              <a:rPr lang="en-US" altLang="en-US" sz="2000" cap="all" dirty="0">
                <a:solidFill>
                  <a:schemeClr val="tx2"/>
                </a:solidFill>
                <a:latin typeface="+mj-lt"/>
                <a:ea typeface="+mj-ea"/>
                <a:cs typeface="+mj-cs"/>
              </a:rPr>
              <a:t>OPERATIONS </a:t>
            </a:r>
            <a:endParaRPr lang="en-US" sz="2000" cap="all" dirty="0">
              <a:solidFill>
                <a:schemeClr val="tx2"/>
              </a:solidFill>
              <a:latin typeface="+mj-lt"/>
              <a:ea typeface="+mj-ea"/>
              <a:cs typeface="+mj-cs"/>
            </a:endParaRPr>
          </a:p>
        </p:txBody>
      </p:sp>
      <p:pic>
        <p:nvPicPr>
          <p:cNvPr id="5" name="Picture 4"/>
          <p:cNvPicPr/>
          <p:nvPr/>
        </p:nvPicPr>
        <p:blipFill rotWithShape="1">
          <a:blip r:embed="rId2"/>
          <a:srcRect t="2954" r="1656"/>
          <a:stretch/>
        </p:blipFill>
        <p:spPr bwMode="auto">
          <a:xfrm>
            <a:off x="377624" y="1178614"/>
            <a:ext cx="8275057" cy="509935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83496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95"/>
          <p:cNvSpPr>
            <a:spLocks noChangeArrowheads="1"/>
          </p:cNvSpPr>
          <p:nvPr/>
        </p:nvSpPr>
        <p:spPr bwMode="auto">
          <a:xfrm>
            <a:off x="1778796" y="1624606"/>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123" name="Rectangle 404"/>
          <p:cNvSpPr>
            <a:spLocks noChangeArrowheads="1"/>
          </p:cNvSpPr>
          <p:nvPr/>
        </p:nvSpPr>
        <p:spPr bwMode="auto">
          <a:xfrm>
            <a:off x="3173414" y="6415089"/>
            <a:ext cx="448468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124" name="Rectangle 406"/>
          <p:cNvSpPr>
            <a:spLocks noChangeArrowheads="1"/>
          </p:cNvSpPr>
          <p:nvPr/>
        </p:nvSpPr>
        <p:spPr bwMode="auto">
          <a:xfrm>
            <a:off x="2092328" y="1246189"/>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5127" name="Picture 432"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78" y="1759869"/>
            <a:ext cx="2552700"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Picture 433"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3543" y="1721058"/>
            <a:ext cx="3292475"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9" name="Picture 435" descr="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2784" y="2881902"/>
            <a:ext cx="335597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 name="Text Box 436"/>
          <p:cNvSpPr txBox="1">
            <a:spLocks noChangeArrowheads="1"/>
          </p:cNvSpPr>
          <p:nvPr/>
        </p:nvSpPr>
        <p:spPr bwMode="auto">
          <a:xfrm>
            <a:off x="1022676" y="5107384"/>
            <a:ext cx="2762250"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500" dirty="0">
                <a:solidFill>
                  <a:srgbClr val="FF0000"/>
                </a:solidFill>
                <a:latin typeface="+mn-lt"/>
              </a:rPr>
              <a:t>Hose was inserted up to this point….</a:t>
            </a:r>
          </a:p>
        </p:txBody>
      </p:sp>
      <p:sp>
        <p:nvSpPr>
          <p:cNvPr id="5131" name="Text Box 437"/>
          <p:cNvSpPr txBox="1">
            <a:spLocks noChangeArrowheads="1"/>
          </p:cNvSpPr>
          <p:nvPr/>
        </p:nvSpPr>
        <p:spPr bwMode="auto">
          <a:xfrm>
            <a:off x="6866343" y="4908179"/>
            <a:ext cx="4581525"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500" dirty="0">
                <a:solidFill>
                  <a:srgbClr val="FF0000"/>
                </a:solidFill>
                <a:latin typeface="+mn-lt"/>
              </a:rPr>
              <a:t>…But it needed to be inserted up to this point to avoid blow back when pressure is powered</a:t>
            </a:r>
          </a:p>
        </p:txBody>
      </p:sp>
      <p:sp>
        <p:nvSpPr>
          <p:cNvPr id="12" name="Rectangle 11"/>
          <p:cNvSpPr/>
          <p:nvPr/>
        </p:nvSpPr>
        <p:spPr>
          <a:xfrm>
            <a:off x="377624" y="664908"/>
            <a:ext cx="10094430" cy="400110"/>
          </a:xfrm>
          <a:prstGeom prst="rect">
            <a:avLst/>
          </a:prstGeom>
        </p:spPr>
        <p:txBody>
          <a:bodyPr wrap="none">
            <a:spAutoFit/>
          </a:bodyPr>
          <a:lstStyle/>
          <a:p>
            <a:r>
              <a:rPr lang="en-US" altLang="en-US" sz="2000" cap="all" dirty="0">
                <a:solidFill>
                  <a:schemeClr val="tx2"/>
                </a:solidFill>
                <a:latin typeface="+mj-lt"/>
                <a:ea typeface="+mj-ea"/>
                <a:cs typeface="+mj-cs"/>
              </a:rPr>
              <a:t>HIGH PRESSURE WATER JETTING (</a:t>
            </a:r>
            <a:r>
              <a:rPr lang="en-US" altLang="en-US" sz="2000" cap="all" dirty="0" smtClean="0">
                <a:solidFill>
                  <a:schemeClr val="tx2"/>
                </a:solidFill>
                <a:latin typeface="+mj-lt"/>
                <a:ea typeface="+mj-ea"/>
                <a:cs typeface="+mj-cs"/>
              </a:rPr>
              <a:t>HPWJ) OPERATIONS – What can happen ? </a:t>
            </a:r>
            <a:endParaRPr lang="en-US" sz="2000" cap="all" dirty="0">
              <a:solidFill>
                <a:schemeClr val="tx2"/>
              </a:solidFill>
              <a:latin typeface="+mj-lt"/>
              <a:ea typeface="+mj-ea"/>
              <a:cs typeface="+mj-cs"/>
            </a:endParaRPr>
          </a:p>
        </p:txBody>
      </p:sp>
    </p:spTree>
    <p:extLst>
      <p:ext uri="{BB962C8B-B14F-4D97-AF65-F5344CB8AC3E}">
        <p14:creationId xmlns:p14="http://schemas.microsoft.com/office/powerpoint/2010/main" val="21191399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6147" name="Rectangle 3"/>
          <p:cNvSpPr>
            <a:spLocks noChangeArrowheads="1"/>
          </p:cNvSpPr>
          <p:nvPr/>
        </p:nvSpPr>
        <p:spPr bwMode="auto">
          <a:xfrm>
            <a:off x="3173414" y="6415089"/>
            <a:ext cx="448468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6148"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6149"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6150" name="Text Box 6"/>
          <p:cNvSpPr txBox="1">
            <a:spLocks noChangeArrowheads="1"/>
          </p:cNvSpPr>
          <p:nvPr/>
        </p:nvSpPr>
        <p:spPr bwMode="auto">
          <a:xfrm>
            <a:off x="3285332" y="1165677"/>
            <a:ext cx="8424447" cy="4485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a:defRPr sz="2400">
                <a:solidFill>
                  <a:schemeClr val="tx1"/>
                </a:solidFill>
                <a:latin typeface="Times New Roman" panose="02020603050405020304" pitchFamily="18" charset="0"/>
              </a:defRPr>
            </a:lvl1pPr>
            <a:lvl2pPr marL="971550" indent="-457200">
              <a:defRPr sz="2400">
                <a:solidFill>
                  <a:schemeClr val="tx1"/>
                </a:solidFill>
                <a:latin typeface="Times New Roman" panose="02020603050405020304" pitchFamily="18" charset="0"/>
              </a:defRPr>
            </a:lvl2pPr>
            <a:lvl3pPr marL="1543050" indent="-457200">
              <a:defRPr sz="2400">
                <a:solidFill>
                  <a:schemeClr val="tx1"/>
                </a:solidFill>
                <a:latin typeface="Times New Roman" panose="02020603050405020304" pitchFamily="18" charset="0"/>
              </a:defRPr>
            </a:lvl3pPr>
            <a:lvl4pPr marL="2114550" indent="-457200">
              <a:defRPr sz="2400">
                <a:solidFill>
                  <a:schemeClr val="tx1"/>
                </a:solidFill>
                <a:latin typeface="Times New Roman" panose="02020603050405020304" pitchFamily="18" charset="0"/>
              </a:defRPr>
            </a:lvl4pPr>
            <a:lvl5pPr marL="2686050" indent="-457200">
              <a:defRPr sz="2400">
                <a:solidFill>
                  <a:schemeClr val="tx1"/>
                </a:solidFill>
                <a:latin typeface="Times New Roman" panose="02020603050405020304" pitchFamily="18" charset="0"/>
              </a:defRPr>
            </a:lvl5pPr>
            <a:lvl6pPr marL="3143250" indent="-457200" eaLnBrk="0" fontAlgn="base" hangingPunct="0">
              <a:spcBef>
                <a:spcPct val="0"/>
              </a:spcBef>
              <a:spcAft>
                <a:spcPct val="0"/>
              </a:spcAft>
              <a:defRPr sz="2400">
                <a:solidFill>
                  <a:schemeClr val="tx1"/>
                </a:solidFill>
                <a:latin typeface="Times New Roman" panose="02020603050405020304" pitchFamily="18" charset="0"/>
              </a:defRPr>
            </a:lvl6pPr>
            <a:lvl7pPr marL="3600450" indent="-457200" eaLnBrk="0" fontAlgn="base" hangingPunct="0">
              <a:spcBef>
                <a:spcPct val="0"/>
              </a:spcBef>
              <a:spcAft>
                <a:spcPct val="0"/>
              </a:spcAft>
              <a:defRPr sz="2400">
                <a:solidFill>
                  <a:schemeClr val="tx1"/>
                </a:solidFill>
                <a:latin typeface="Times New Roman" panose="02020603050405020304" pitchFamily="18" charset="0"/>
              </a:defRPr>
            </a:lvl7pPr>
            <a:lvl8pPr marL="4057650" indent="-457200" eaLnBrk="0" fontAlgn="base" hangingPunct="0">
              <a:spcBef>
                <a:spcPct val="0"/>
              </a:spcBef>
              <a:spcAft>
                <a:spcPct val="0"/>
              </a:spcAft>
              <a:defRPr sz="2400">
                <a:solidFill>
                  <a:schemeClr val="tx1"/>
                </a:solidFill>
                <a:latin typeface="Times New Roman" panose="02020603050405020304" pitchFamily="18" charset="0"/>
              </a:defRPr>
            </a:lvl8pPr>
            <a:lvl9pPr marL="451485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A HP water jet (from the nozzle or from a leak) could easily </a:t>
            </a:r>
            <a:r>
              <a:rPr lang="en-US" altLang="en-US" sz="1500" dirty="0">
                <a:solidFill>
                  <a:schemeClr val="accent1"/>
                </a:solidFill>
                <a:latin typeface="+mn-lt"/>
              </a:rPr>
              <a:t>perforate or cut off a part of the </a:t>
            </a:r>
            <a:r>
              <a:rPr lang="en-US" altLang="en-US" sz="1500" dirty="0" smtClean="0">
                <a:solidFill>
                  <a:schemeClr val="accent1"/>
                </a:solidFill>
                <a:latin typeface="+mn-lt"/>
              </a:rPr>
              <a:t>body</a:t>
            </a:r>
          </a:p>
          <a:p>
            <a:pPr marL="285750" lvl="2" indent="-285750" defTabSz="455613" fontAlgn="base">
              <a:lnSpc>
                <a:spcPct val="150000"/>
              </a:lnSpc>
              <a:spcAft>
                <a:spcPct val="0"/>
              </a:spcAft>
              <a:buClr>
                <a:schemeClr val="tx1"/>
              </a:buClr>
              <a:buFont typeface="Arial" panose="020B0604020202020204" pitchFamily="34" charset="0"/>
              <a:buChar char="•"/>
              <a:defRPr/>
            </a:pPr>
            <a:endParaRPr lang="en-US" altLang="en-US" sz="1000" dirty="0">
              <a:solidFill>
                <a:schemeClr val="accent1"/>
              </a:solidFill>
              <a:latin typeface="+mn-lt"/>
            </a:endParaRP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latin typeface="+mn-lt"/>
              </a:rPr>
              <a:t>HP </a:t>
            </a:r>
            <a:r>
              <a:rPr lang="en-US" altLang="en-US" sz="1500" dirty="0">
                <a:latin typeface="+mn-lt"/>
              </a:rPr>
              <a:t>water jetting wounds are always serious; quick </a:t>
            </a:r>
            <a:r>
              <a:rPr lang="en-US" altLang="en-US" sz="1500" dirty="0">
                <a:solidFill>
                  <a:schemeClr val="accent1"/>
                </a:solidFill>
                <a:latin typeface="+mn-lt"/>
              </a:rPr>
              <a:t>destruction of deeper tissues &amp; development of </a:t>
            </a:r>
            <a:r>
              <a:rPr lang="en-US" altLang="en-US" sz="1500" dirty="0" smtClean="0">
                <a:solidFill>
                  <a:schemeClr val="accent1"/>
                </a:solidFill>
                <a:latin typeface="+mn-lt"/>
              </a:rPr>
              <a:t>infection</a:t>
            </a:r>
          </a:p>
          <a:p>
            <a:pPr marL="285750" lvl="2" indent="-285750" defTabSz="455613" fontAlgn="base">
              <a:lnSpc>
                <a:spcPct val="150000"/>
              </a:lnSpc>
              <a:spcAft>
                <a:spcPct val="0"/>
              </a:spcAft>
              <a:buClr>
                <a:schemeClr val="tx1"/>
              </a:buClr>
              <a:buFont typeface="Arial" panose="020B0604020202020204" pitchFamily="34" charset="0"/>
              <a:buChar char="•"/>
              <a:defRPr/>
            </a:pPr>
            <a:endParaRPr lang="en-US" altLang="en-US" sz="1000" dirty="0">
              <a:solidFill>
                <a:schemeClr val="accent1"/>
              </a:solidFill>
              <a:latin typeface="+mn-lt"/>
            </a:endParaRP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solidFill>
                  <a:srgbClr val="FF0000"/>
                </a:solidFill>
                <a:latin typeface="+mn-lt"/>
              </a:rPr>
              <a:t>Disconnected </a:t>
            </a:r>
            <a:r>
              <a:rPr lang="en-US" altLang="en-US" sz="1500" dirty="0">
                <a:solidFill>
                  <a:srgbClr val="FF0000"/>
                </a:solidFill>
                <a:latin typeface="+mn-lt"/>
              </a:rPr>
              <a:t>hoses </a:t>
            </a:r>
            <a:r>
              <a:rPr lang="en-US" altLang="en-US" sz="1500" dirty="0">
                <a:latin typeface="+mn-lt"/>
              </a:rPr>
              <a:t>or uncontrolled nozzle could </a:t>
            </a:r>
            <a:r>
              <a:rPr lang="en-US" altLang="en-US" sz="1500" dirty="0">
                <a:solidFill>
                  <a:schemeClr val="accent1"/>
                </a:solidFill>
                <a:latin typeface="+mn-lt"/>
              </a:rPr>
              <a:t>whip and hit with high velocity</a:t>
            </a:r>
            <a:r>
              <a:rPr lang="en-US" altLang="en-US" sz="1500" dirty="0">
                <a:latin typeface="+mn-lt"/>
              </a:rPr>
              <a:t>, resulting in serious fractures or contusions</a:t>
            </a:r>
            <a:r>
              <a:rPr lang="en-US" altLang="en-US" sz="1500" dirty="0" smtClean="0">
                <a:latin typeface="+mn-lt"/>
              </a:rPr>
              <a:t>.</a:t>
            </a:r>
          </a:p>
          <a:p>
            <a:pPr marL="285750" lvl="2" indent="-285750" defTabSz="455613" fontAlgn="base">
              <a:lnSpc>
                <a:spcPct val="150000"/>
              </a:lnSpc>
              <a:spcAft>
                <a:spcPct val="0"/>
              </a:spcAft>
              <a:buClr>
                <a:schemeClr val="tx1"/>
              </a:buClr>
              <a:buFont typeface="Arial" panose="020B0604020202020204" pitchFamily="34" charset="0"/>
              <a:buChar char="•"/>
              <a:defRPr/>
            </a:pPr>
            <a:endParaRPr lang="en-US" altLang="en-US" sz="1000" dirty="0">
              <a:latin typeface="+mn-lt"/>
            </a:endParaRP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solidFill>
                  <a:schemeClr val="accent1"/>
                </a:solidFill>
                <a:latin typeface="+mn-lt"/>
              </a:rPr>
              <a:t>Slips </a:t>
            </a:r>
            <a:r>
              <a:rPr lang="en-US" altLang="en-US" sz="1500" dirty="0">
                <a:solidFill>
                  <a:schemeClr val="accent1"/>
                </a:solidFill>
                <a:latin typeface="+mn-lt"/>
              </a:rPr>
              <a:t>and falls </a:t>
            </a:r>
            <a:r>
              <a:rPr lang="en-US" altLang="en-US" sz="1500" dirty="0">
                <a:latin typeface="+mn-lt"/>
              </a:rPr>
              <a:t>(wet floor, kickback of the nozzle…), </a:t>
            </a:r>
            <a:r>
              <a:rPr lang="en-US" altLang="en-US" sz="1500" dirty="0">
                <a:solidFill>
                  <a:schemeClr val="accent1"/>
                </a:solidFill>
                <a:latin typeface="+mn-lt"/>
              </a:rPr>
              <a:t>electrical incidents </a:t>
            </a:r>
            <a:r>
              <a:rPr lang="en-US" altLang="en-US" sz="1500" dirty="0">
                <a:latin typeface="+mn-lt"/>
              </a:rPr>
              <a:t>(water jet hitting electrical device..), </a:t>
            </a:r>
            <a:r>
              <a:rPr lang="en-US" altLang="en-US" sz="1500" dirty="0">
                <a:solidFill>
                  <a:schemeClr val="accent1"/>
                </a:solidFill>
                <a:latin typeface="+mn-lt"/>
              </a:rPr>
              <a:t>noise</a:t>
            </a:r>
            <a:r>
              <a:rPr lang="en-US" altLang="en-US" sz="1500" dirty="0" smtClean="0">
                <a:latin typeface="+mn-lt"/>
              </a:rPr>
              <a:t>…</a:t>
            </a:r>
            <a:endParaRPr lang="en-US" altLang="en-US" sz="1500" dirty="0">
              <a:latin typeface="+mn-lt"/>
            </a:endParaRPr>
          </a:p>
        </p:txBody>
      </p:sp>
      <p:sp>
        <p:nvSpPr>
          <p:cNvPr id="6151" name="Text Box 10"/>
          <p:cNvSpPr txBox="1">
            <a:spLocks noChangeArrowheads="1"/>
          </p:cNvSpPr>
          <p:nvPr/>
        </p:nvSpPr>
        <p:spPr bwMode="auto">
          <a:xfrm>
            <a:off x="477672" y="5713452"/>
            <a:ext cx="2602056"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1500" dirty="0">
                <a:solidFill>
                  <a:srgbClr val="FF0000"/>
                </a:solidFill>
                <a:latin typeface="+mn-lt"/>
              </a:rPr>
              <a:t>HP jet of water perforating </a:t>
            </a:r>
            <a:r>
              <a:rPr lang="en-US" altLang="en-US" sz="1500" dirty="0" smtClean="0">
                <a:solidFill>
                  <a:srgbClr val="FF0000"/>
                </a:solidFill>
                <a:latin typeface="+mn-lt"/>
              </a:rPr>
              <a:t>Concrete (can cause serious injury)</a:t>
            </a:r>
            <a:endParaRPr lang="en-US" altLang="en-US" sz="1500" dirty="0">
              <a:solidFill>
                <a:srgbClr val="FF0000"/>
              </a:solidFill>
              <a:latin typeface="+mn-lt"/>
            </a:endParaRPr>
          </a:p>
        </p:txBody>
      </p:sp>
      <p:pic>
        <p:nvPicPr>
          <p:cNvPr id="6152" name="Picture 11" descr="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753" y="1266826"/>
            <a:ext cx="2339975"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377624" y="664908"/>
            <a:ext cx="6627135"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MOST HAZARDOUS WORK ? </a:t>
            </a:r>
            <a:endParaRPr lang="en-US" sz="2000" cap="all" dirty="0">
              <a:solidFill>
                <a:schemeClr val="tx2"/>
              </a:solidFill>
              <a:latin typeface="+mj-lt"/>
              <a:ea typeface="+mj-ea"/>
              <a:cs typeface="+mj-cs"/>
            </a:endParaRPr>
          </a:p>
        </p:txBody>
      </p:sp>
      <p:sp>
        <p:nvSpPr>
          <p:cNvPr id="2" name="Rectangle 1"/>
          <p:cNvSpPr/>
          <p:nvPr/>
        </p:nvSpPr>
        <p:spPr>
          <a:xfrm>
            <a:off x="3203445" y="4862524"/>
            <a:ext cx="8506334" cy="1441441"/>
          </a:xfrm>
          <a:prstGeom prst="rect">
            <a:avLst/>
          </a:prstGeom>
          <a:solidFill>
            <a:srgbClr val="00B0F0"/>
          </a:solidFill>
          <a:ln w="12700">
            <a:solidFill>
              <a:schemeClr val="tx1"/>
            </a:solidFill>
            <a:miter lim="800000"/>
            <a:headEnd/>
            <a:tailEnd/>
          </a:ln>
          <a:effectLst>
            <a:outerShdw dist="107763" dir="2700000" algn="ctr" rotWithShape="0">
              <a:schemeClr val="tx1"/>
            </a:outerShdw>
          </a:effectLst>
        </p:spPr>
        <p:txBody>
          <a:bodyPr lIns="92075" tIns="46038" rIns="92075" bIns="46038" anchor="ctr"/>
          <a:lstStyle/>
          <a:p>
            <a:pPr marL="285750" indent="-285750">
              <a:buFont typeface="Arial" panose="020B0604020202020204" pitchFamily="34" charset="0"/>
              <a:buChar char="•"/>
            </a:pPr>
            <a:r>
              <a:rPr lang="en-US" sz="1400" b="1" dirty="0">
                <a:solidFill>
                  <a:schemeClr val="bg1"/>
                </a:solidFill>
                <a:latin typeface="Arial Rounded MT Bold" panose="020F0704030504030204" pitchFamily="34" charset="0"/>
              </a:rPr>
              <a:t>Burst protection sleeves ( hose shroud) shall be used when the hose connects to a hand held device and should be long enough to offer protection to the operator in eth event of a hose failure or leak at the connection</a:t>
            </a:r>
            <a:r>
              <a:rPr lang="en-US" sz="1400" b="1" dirty="0" smtClean="0">
                <a:solidFill>
                  <a:schemeClr val="bg1"/>
                </a:solidFill>
                <a:latin typeface="Arial Rounded MT Bold" panose="020F0704030504030204" pitchFamily="34" charset="0"/>
              </a:rPr>
              <a:t>.</a:t>
            </a:r>
          </a:p>
          <a:p>
            <a:pPr marL="285750" indent="-285750">
              <a:buFont typeface="Arial" panose="020B0604020202020204" pitchFamily="34" charset="0"/>
              <a:buChar char="•"/>
            </a:pPr>
            <a:endParaRPr lang="en-US" sz="1400" b="1" dirty="0">
              <a:solidFill>
                <a:schemeClr val="bg1"/>
              </a:solidFill>
              <a:latin typeface="Arial Rounded MT Bold" panose="020F0704030504030204" pitchFamily="34" charset="0"/>
            </a:endParaRPr>
          </a:p>
          <a:p>
            <a:pPr marL="285750" indent="-285750">
              <a:buFont typeface="Arial" panose="020B0604020202020204" pitchFamily="34" charset="0"/>
              <a:buChar char="•"/>
            </a:pPr>
            <a:r>
              <a:rPr lang="en-US" sz="1400" b="1" dirty="0">
                <a:solidFill>
                  <a:schemeClr val="bg1"/>
                </a:solidFill>
                <a:latin typeface="Arial Rounded MT Bold" panose="020F0704030504030204" pitchFamily="34" charset="0"/>
              </a:rPr>
              <a:t>Hose restraining devices of the correct rating shall be used as protection against coupling failure.</a:t>
            </a:r>
          </a:p>
        </p:txBody>
      </p:sp>
    </p:spTree>
    <p:extLst>
      <p:ext uri="{BB962C8B-B14F-4D97-AF65-F5344CB8AC3E}">
        <p14:creationId xmlns:p14="http://schemas.microsoft.com/office/powerpoint/2010/main" val="23648151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7171" name="Rectangle 3"/>
          <p:cNvSpPr>
            <a:spLocks noChangeArrowheads="1"/>
          </p:cNvSpPr>
          <p:nvPr/>
        </p:nvSpPr>
        <p:spPr bwMode="auto">
          <a:xfrm>
            <a:off x="3173414" y="6415089"/>
            <a:ext cx="448468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7172"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7173"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7174" name="Text Box 6"/>
          <p:cNvSpPr txBox="1">
            <a:spLocks noChangeArrowheads="1"/>
          </p:cNvSpPr>
          <p:nvPr/>
        </p:nvSpPr>
        <p:spPr bwMode="auto">
          <a:xfrm>
            <a:off x="4023518" y="1258154"/>
            <a:ext cx="7604375" cy="1405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971550" indent="-457200">
              <a:defRPr sz="2400">
                <a:solidFill>
                  <a:schemeClr val="tx1"/>
                </a:solidFill>
                <a:latin typeface="Times New Roman" panose="02020603050405020304" pitchFamily="18" charset="0"/>
              </a:defRPr>
            </a:lvl2pPr>
            <a:lvl3pPr marL="1543050" indent="-457200">
              <a:defRPr sz="2400">
                <a:solidFill>
                  <a:schemeClr val="tx1"/>
                </a:solidFill>
                <a:latin typeface="Times New Roman" panose="02020603050405020304" pitchFamily="18" charset="0"/>
              </a:defRPr>
            </a:lvl3pPr>
            <a:lvl4pPr marL="2114550" indent="-457200">
              <a:defRPr sz="2400">
                <a:solidFill>
                  <a:schemeClr val="tx1"/>
                </a:solidFill>
                <a:latin typeface="Times New Roman" panose="02020603050405020304" pitchFamily="18" charset="0"/>
              </a:defRPr>
            </a:lvl4pPr>
            <a:lvl5pPr marL="2686050" indent="-457200">
              <a:defRPr sz="2400">
                <a:solidFill>
                  <a:schemeClr val="tx1"/>
                </a:solidFill>
                <a:latin typeface="Times New Roman" panose="02020603050405020304" pitchFamily="18" charset="0"/>
              </a:defRPr>
            </a:lvl5pPr>
            <a:lvl6pPr marL="3143250" indent="-457200" eaLnBrk="0" fontAlgn="base" hangingPunct="0">
              <a:spcBef>
                <a:spcPct val="0"/>
              </a:spcBef>
              <a:spcAft>
                <a:spcPct val="0"/>
              </a:spcAft>
              <a:defRPr sz="2400">
                <a:solidFill>
                  <a:schemeClr val="tx1"/>
                </a:solidFill>
                <a:latin typeface="Times New Roman" panose="02020603050405020304" pitchFamily="18" charset="0"/>
              </a:defRPr>
            </a:lvl6pPr>
            <a:lvl7pPr marL="3600450" indent="-457200" eaLnBrk="0" fontAlgn="base" hangingPunct="0">
              <a:spcBef>
                <a:spcPct val="0"/>
              </a:spcBef>
              <a:spcAft>
                <a:spcPct val="0"/>
              </a:spcAft>
              <a:defRPr sz="2400">
                <a:solidFill>
                  <a:schemeClr val="tx1"/>
                </a:solidFill>
                <a:latin typeface="Times New Roman" panose="02020603050405020304" pitchFamily="18" charset="0"/>
              </a:defRPr>
            </a:lvl7pPr>
            <a:lvl8pPr marL="4057650" indent="-457200" eaLnBrk="0" fontAlgn="base" hangingPunct="0">
              <a:spcBef>
                <a:spcPct val="0"/>
              </a:spcBef>
              <a:spcAft>
                <a:spcPct val="0"/>
              </a:spcAft>
              <a:defRPr sz="2400">
                <a:solidFill>
                  <a:schemeClr val="tx1"/>
                </a:solidFill>
                <a:latin typeface="Times New Roman" panose="02020603050405020304" pitchFamily="18" charset="0"/>
              </a:defRPr>
            </a:lvl8pPr>
            <a:lvl9pPr marL="451485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285750" lvl="2" indent="-285750" defTabSz="455613" fontAlgn="base">
              <a:lnSpc>
                <a:spcPct val="150000"/>
              </a:lnSpc>
              <a:spcBef>
                <a:spcPct val="50000"/>
              </a:spcBef>
              <a:spcAft>
                <a:spcPct val="0"/>
              </a:spcAft>
              <a:buClr>
                <a:schemeClr val="tx1"/>
              </a:buClr>
              <a:buFont typeface="Arial" panose="020B0604020202020204" pitchFamily="34" charset="0"/>
              <a:buChar char="•"/>
              <a:defRPr/>
            </a:pPr>
            <a:r>
              <a:rPr lang="en-US" altLang="en-US" sz="1500" dirty="0">
                <a:latin typeface="+mn-lt"/>
              </a:rPr>
              <a:t>Many incidents happened using </a:t>
            </a:r>
            <a:r>
              <a:rPr lang="en-US" altLang="en-US" sz="1500" dirty="0" smtClean="0">
                <a:latin typeface="+mn-lt"/>
              </a:rPr>
              <a:t>HPWJ </a:t>
            </a:r>
            <a:r>
              <a:rPr lang="en-US" altLang="en-US" sz="1500" dirty="0">
                <a:latin typeface="+mn-lt"/>
              </a:rPr>
              <a:t>in </a:t>
            </a:r>
            <a:r>
              <a:rPr lang="en-US" altLang="en-US" sz="1500" dirty="0" smtClean="0">
                <a:latin typeface="+mn-lt"/>
              </a:rPr>
              <a:t>various cleaning/ surface preparation </a:t>
            </a:r>
            <a:r>
              <a:rPr lang="en-US" altLang="en-US" sz="1500" dirty="0">
                <a:latin typeface="+mn-lt"/>
              </a:rPr>
              <a:t>activities.</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Consequences resulted from near misses up to fatalities.</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b="1" dirty="0">
                <a:solidFill>
                  <a:schemeClr val="accent1"/>
                </a:solidFill>
                <a:latin typeface="+mn-lt"/>
              </a:rPr>
              <a:t>Experience shown that the use of hose with end-nozzles is particularly tricky.</a:t>
            </a:r>
          </a:p>
        </p:txBody>
      </p:sp>
      <p:pic>
        <p:nvPicPr>
          <p:cNvPr id="7176" name="Picture 10"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044" y="1412621"/>
            <a:ext cx="3344863" cy="319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7" name="Picture 11" descr="6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4194" y="2877597"/>
            <a:ext cx="2925763"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8" name="Picture 12" descr="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5705" y="2723946"/>
            <a:ext cx="3840163"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377624" y="664908"/>
            <a:ext cx="8263801"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HOW these incidents are happening? </a:t>
            </a:r>
            <a:endParaRPr lang="en-US" sz="2000" cap="all" dirty="0">
              <a:solidFill>
                <a:schemeClr val="tx2"/>
              </a:solidFill>
              <a:latin typeface="+mj-lt"/>
              <a:ea typeface="+mj-ea"/>
              <a:cs typeface="+mj-cs"/>
            </a:endParaRPr>
          </a:p>
        </p:txBody>
      </p:sp>
      <p:sp>
        <p:nvSpPr>
          <p:cNvPr id="12" name="Text Box 6"/>
          <p:cNvSpPr txBox="1">
            <a:spLocks noChangeArrowheads="1"/>
          </p:cNvSpPr>
          <p:nvPr/>
        </p:nvSpPr>
        <p:spPr bwMode="auto">
          <a:xfrm>
            <a:off x="482449" y="4946610"/>
            <a:ext cx="11183419" cy="1405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971550" indent="-457200">
              <a:defRPr sz="2400">
                <a:solidFill>
                  <a:schemeClr val="tx1"/>
                </a:solidFill>
                <a:latin typeface="Times New Roman" panose="02020603050405020304" pitchFamily="18" charset="0"/>
              </a:defRPr>
            </a:lvl2pPr>
            <a:lvl3pPr marL="1543050" indent="-457200">
              <a:defRPr sz="2400">
                <a:solidFill>
                  <a:schemeClr val="tx1"/>
                </a:solidFill>
                <a:latin typeface="Times New Roman" panose="02020603050405020304" pitchFamily="18" charset="0"/>
              </a:defRPr>
            </a:lvl3pPr>
            <a:lvl4pPr marL="2114550" indent="-457200">
              <a:defRPr sz="2400">
                <a:solidFill>
                  <a:schemeClr val="tx1"/>
                </a:solidFill>
                <a:latin typeface="Times New Roman" panose="02020603050405020304" pitchFamily="18" charset="0"/>
              </a:defRPr>
            </a:lvl4pPr>
            <a:lvl5pPr marL="2686050" indent="-457200">
              <a:defRPr sz="2400">
                <a:solidFill>
                  <a:schemeClr val="tx1"/>
                </a:solidFill>
                <a:latin typeface="Times New Roman" panose="02020603050405020304" pitchFamily="18" charset="0"/>
              </a:defRPr>
            </a:lvl5pPr>
            <a:lvl6pPr marL="3143250" indent="-457200" eaLnBrk="0" fontAlgn="base" hangingPunct="0">
              <a:spcBef>
                <a:spcPct val="0"/>
              </a:spcBef>
              <a:spcAft>
                <a:spcPct val="0"/>
              </a:spcAft>
              <a:defRPr sz="2400">
                <a:solidFill>
                  <a:schemeClr val="tx1"/>
                </a:solidFill>
                <a:latin typeface="Times New Roman" panose="02020603050405020304" pitchFamily="18" charset="0"/>
              </a:defRPr>
            </a:lvl6pPr>
            <a:lvl7pPr marL="3600450" indent="-457200" eaLnBrk="0" fontAlgn="base" hangingPunct="0">
              <a:spcBef>
                <a:spcPct val="0"/>
              </a:spcBef>
              <a:spcAft>
                <a:spcPct val="0"/>
              </a:spcAft>
              <a:defRPr sz="2400">
                <a:solidFill>
                  <a:schemeClr val="tx1"/>
                </a:solidFill>
                <a:latin typeface="Times New Roman" panose="02020603050405020304" pitchFamily="18" charset="0"/>
              </a:defRPr>
            </a:lvl7pPr>
            <a:lvl8pPr marL="4057650" indent="-457200" eaLnBrk="0" fontAlgn="base" hangingPunct="0">
              <a:spcBef>
                <a:spcPct val="0"/>
              </a:spcBef>
              <a:spcAft>
                <a:spcPct val="0"/>
              </a:spcAft>
              <a:defRPr sz="2400">
                <a:solidFill>
                  <a:schemeClr val="tx1"/>
                </a:solidFill>
                <a:latin typeface="Times New Roman" panose="02020603050405020304" pitchFamily="18" charset="0"/>
              </a:defRPr>
            </a:lvl8pPr>
            <a:lvl9pPr marL="451485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285750" lvl="2" indent="-285750" defTabSz="455613" fontAlgn="base">
              <a:lnSpc>
                <a:spcPct val="150000"/>
              </a:lnSpc>
              <a:spcBef>
                <a:spcPct val="50000"/>
              </a:spcBef>
              <a:spcAft>
                <a:spcPct val="0"/>
              </a:spcAft>
              <a:buClr>
                <a:schemeClr val="tx1"/>
              </a:buClr>
              <a:buFont typeface="Arial" panose="020B0604020202020204" pitchFamily="34" charset="0"/>
              <a:buChar char="•"/>
              <a:defRPr/>
            </a:pPr>
            <a:r>
              <a:rPr lang="en-US" altLang="en-US" sz="1500" dirty="0" smtClean="0">
                <a:latin typeface="+mn-lt"/>
              </a:rPr>
              <a:t>Jetting gun shall be a minimum of 1.1 meter long for standard applications</a:t>
            </a:r>
            <a:endParaRPr lang="en-US" altLang="en-US" sz="1500" dirty="0">
              <a:latin typeface="+mn-lt"/>
            </a:endParaRP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latin typeface="+mn-lt"/>
              </a:rPr>
              <a:t>Consider the length of jetting gun to reduce the risk of contact with water jet, especially when jetting floors.</a:t>
            </a:r>
            <a:endParaRPr lang="en-US" altLang="en-US" sz="1500" dirty="0">
              <a:latin typeface="+mn-lt"/>
            </a:endParaRP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b="1" dirty="0" smtClean="0">
                <a:solidFill>
                  <a:schemeClr val="accent1"/>
                </a:solidFill>
                <a:latin typeface="+mn-lt"/>
              </a:rPr>
              <a:t>Short jetting guns with two triggers shall be used with caution by experienced qualified HPWJ operators after hazard controls.</a:t>
            </a:r>
          </a:p>
          <a:p>
            <a:pPr marL="285750" lvl="2" indent="-285750" defTabSz="455613" fontAlgn="base">
              <a:lnSpc>
                <a:spcPct val="150000"/>
              </a:lnSpc>
              <a:spcAft>
                <a:spcPct val="0"/>
              </a:spcAft>
              <a:buClr>
                <a:schemeClr val="tx1"/>
              </a:buClr>
              <a:buFont typeface="Arial" panose="020B0604020202020204" pitchFamily="34" charset="0"/>
              <a:buChar char="•"/>
              <a:defRPr/>
            </a:pPr>
            <a:endParaRPr lang="en-US" altLang="en-US" sz="1500" b="1" dirty="0" smtClean="0">
              <a:solidFill>
                <a:schemeClr val="accent1"/>
              </a:solidFill>
              <a:latin typeface="+mn-lt"/>
            </a:endParaRPr>
          </a:p>
          <a:p>
            <a:pPr marL="285750" lvl="2" indent="-285750" defTabSz="455613" fontAlgn="base">
              <a:lnSpc>
                <a:spcPct val="150000"/>
              </a:lnSpc>
              <a:spcAft>
                <a:spcPct val="0"/>
              </a:spcAft>
              <a:buClr>
                <a:schemeClr val="tx1"/>
              </a:buClr>
              <a:buFont typeface="Arial" panose="020B0604020202020204" pitchFamily="34" charset="0"/>
              <a:buChar char="•"/>
              <a:defRPr/>
            </a:pPr>
            <a:endParaRPr lang="en-US" altLang="en-US" sz="1500" b="1" dirty="0">
              <a:solidFill>
                <a:schemeClr val="accent1"/>
              </a:solidFill>
              <a:latin typeface="+mn-lt"/>
            </a:endParaRPr>
          </a:p>
        </p:txBody>
      </p:sp>
    </p:spTree>
    <p:extLst>
      <p:ext uri="{BB962C8B-B14F-4D97-AF65-F5344CB8AC3E}">
        <p14:creationId xmlns:p14="http://schemas.microsoft.com/office/powerpoint/2010/main" val="3612027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8195" name="Rectangle 3"/>
          <p:cNvSpPr>
            <a:spLocks noChangeArrowheads="1"/>
          </p:cNvSpPr>
          <p:nvPr/>
        </p:nvSpPr>
        <p:spPr bwMode="auto">
          <a:xfrm>
            <a:off x="3173414" y="6415089"/>
            <a:ext cx="448468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8196"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8197"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8198" name="Text Box 6"/>
          <p:cNvSpPr txBox="1">
            <a:spLocks noChangeArrowheads="1"/>
          </p:cNvSpPr>
          <p:nvPr/>
        </p:nvSpPr>
        <p:spPr bwMode="auto">
          <a:xfrm>
            <a:off x="4598574" y="1447860"/>
            <a:ext cx="7111205" cy="4888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971550" indent="-457200">
              <a:defRPr sz="2400">
                <a:solidFill>
                  <a:schemeClr val="tx1"/>
                </a:solidFill>
                <a:latin typeface="Times New Roman" panose="02020603050405020304" pitchFamily="18" charset="0"/>
              </a:defRPr>
            </a:lvl2pPr>
            <a:lvl3pPr marL="1543050" indent="-457200">
              <a:defRPr sz="2400">
                <a:solidFill>
                  <a:schemeClr val="tx1"/>
                </a:solidFill>
                <a:latin typeface="Times New Roman" panose="02020603050405020304" pitchFamily="18" charset="0"/>
              </a:defRPr>
            </a:lvl3pPr>
            <a:lvl4pPr marL="2114550" indent="-457200">
              <a:defRPr sz="2400">
                <a:solidFill>
                  <a:schemeClr val="tx1"/>
                </a:solidFill>
                <a:latin typeface="Times New Roman" panose="02020603050405020304" pitchFamily="18" charset="0"/>
              </a:defRPr>
            </a:lvl4pPr>
            <a:lvl5pPr marL="2686050" indent="-457200">
              <a:defRPr sz="2400">
                <a:solidFill>
                  <a:schemeClr val="tx1"/>
                </a:solidFill>
                <a:latin typeface="Times New Roman" panose="02020603050405020304" pitchFamily="18" charset="0"/>
              </a:defRPr>
            </a:lvl5pPr>
            <a:lvl6pPr marL="3143250" indent="-457200" eaLnBrk="0" fontAlgn="base" hangingPunct="0">
              <a:spcBef>
                <a:spcPct val="0"/>
              </a:spcBef>
              <a:spcAft>
                <a:spcPct val="0"/>
              </a:spcAft>
              <a:defRPr sz="2400">
                <a:solidFill>
                  <a:schemeClr val="tx1"/>
                </a:solidFill>
                <a:latin typeface="Times New Roman" panose="02020603050405020304" pitchFamily="18" charset="0"/>
              </a:defRPr>
            </a:lvl6pPr>
            <a:lvl7pPr marL="3600450" indent="-457200" eaLnBrk="0" fontAlgn="base" hangingPunct="0">
              <a:spcBef>
                <a:spcPct val="0"/>
              </a:spcBef>
              <a:spcAft>
                <a:spcPct val="0"/>
              </a:spcAft>
              <a:defRPr sz="2400">
                <a:solidFill>
                  <a:schemeClr val="tx1"/>
                </a:solidFill>
                <a:latin typeface="Times New Roman" panose="02020603050405020304" pitchFamily="18" charset="0"/>
              </a:defRPr>
            </a:lvl7pPr>
            <a:lvl8pPr marL="4057650" indent="-457200" eaLnBrk="0" fontAlgn="base" hangingPunct="0">
              <a:spcBef>
                <a:spcPct val="0"/>
              </a:spcBef>
              <a:spcAft>
                <a:spcPct val="0"/>
              </a:spcAft>
              <a:defRPr sz="2400">
                <a:solidFill>
                  <a:schemeClr val="tx1"/>
                </a:solidFill>
                <a:latin typeface="Times New Roman" panose="02020603050405020304" pitchFamily="18" charset="0"/>
              </a:defRPr>
            </a:lvl8pPr>
            <a:lvl9pPr marL="451485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0" lvl="2" indent="0" defTabSz="455613" fontAlgn="base">
              <a:lnSpc>
                <a:spcPct val="150000"/>
              </a:lnSpc>
              <a:spcBef>
                <a:spcPct val="50000"/>
              </a:spcBef>
              <a:spcAft>
                <a:spcPct val="0"/>
              </a:spcAft>
              <a:buClr>
                <a:schemeClr val="tx1"/>
              </a:buClr>
              <a:defRPr/>
            </a:pPr>
            <a:r>
              <a:rPr lang="en-US" altLang="en-US" sz="1500" b="1" dirty="0">
                <a:latin typeface="+mn-lt"/>
              </a:rPr>
              <a:t>Be prepared before using!</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Work with </a:t>
            </a:r>
            <a:r>
              <a:rPr lang="en-US" altLang="en-US" sz="1500" dirty="0" smtClean="0">
                <a:latin typeface="+mn-lt"/>
              </a:rPr>
              <a:t>HPWJ </a:t>
            </a:r>
            <a:r>
              <a:rPr lang="en-US" altLang="en-US" sz="1500" dirty="0">
                <a:latin typeface="+mn-lt"/>
              </a:rPr>
              <a:t>is not a common task. </a:t>
            </a:r>
            <a:endParaRPr lang="en-US" altLang="en-US" sz="1500" dirty="0" smtClean="0">
              <a:latin typeface="+mn-lt"/>
            </a:endParaRP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latin typeface="+mn-lt"/>
              </a:rPr>
              <a:t>Refer </a:t>
            </a:r>
            <a:r>
              <a:rPr lang="en-US" altLang="en-US" sz="1500" dirty="0">
                <a:latin typeface="+mn-lt"/>
              </a:rPr>
              <a:t>to procedure SHEM </a:t>
            </a:r>
            <a:r>
              <a:rPr lang="en-US" altLang="en-US" sz="1500" dirty="0" smtClean="0">
                <a:latin typeface="+mn-lt"/>
              </a:rPr>
              <a:t>08.07 </a:t>
            </a:r>
            <a:r>
              <a:rPr lang="en-US" altLang="en-US" sz="1500" dirty="0">
                <a:latin typeface="+mn-lt"/>
              </a:rPr>
              <a:t>for details</a:t>
            </a:r>
            <a:r>
              <a:rPr lang="en-US" altLang="en-US" sz="1500" dirty="0" smtClean="0">
                <a:latin typeface="+mn-lt"/>
              </a:rPr>
              <a:t>.</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latin typeface="+mn-lt"/>
              </a:rPr>
              <a:t>Key to success and safety is preparation</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latin typeface="+mn-lt"/>
              </a:rPr>
              <a:t>Consider back thrust from HPWJ, so need stable footing and platform (HPWJ standing on Ladders and process equipment/pipelines  are prohibited)</a:t>
            </a:r>
          </a:p>
          <a:p>
            <a:pPr marL="285750" lvl="2" indent="-285750" defTabSz="455613" fontAlgn="base">
              <a:lnSpc>
                <a:spcPct val="150000"/>
              </a:lnSpc>
              <a:spcAft>
                <a:spcPct val="0"/>
              </a:spcAft>
              <a:buClr>
                <a:schemeClr val="tx1"/>
              </a:buClr>
              <a:buFont typeface="Arial" panose="020B0604020202020204" pitchFamily="34" charset="0"/>
              <a:buChar char="•"/>
              <a:defRPr/>
            </a:pPr>
            <a:endParaRPr lang="en-US" altLang="en-US" sz="1500" dirty="0">
              <a:latin typeface="+mn-lt"/>
            </a:endParaRPr>
          </a:p>
          <a:p>
            <a:pPr marL="0" lvl="2" indent="0" defTabSz="455613" fontAlgn="base">
              <a:lnSpc>
                <a:spcPct val="150000"/>
              </a:lnSpc>
              <a:spcAft>
                <a:spcPct val="0"/>
              </a:spcAft>
              <a:buClr>
                <a:schemeClr val="tx1"/>
              </a:buClr>
              <a:defRPr/>
            </a:pPr>
            <a:r>
              <a:rPr lang="en-US" altLang="en-US" sz="1500" b="1" dirty="0">
                <a:latin typeface="+mn-lt"/>
              </a:rPr>
              <a:t>Points to be focused:</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Use only by </a:t>
            </a:r>
            <a:r>
              <a:rPr lang="en-US" altLang="en-US" sz="1500" dirty="0" smtClean="0">
                <a:latin typeface="+mn-lt"/>
              </a:rPr>
              <a:t>qualified and certified </a:t>
            </a:r>
            <a:r>
              <a:rPr lang="en-US" altLang="en-US" sz="1500" dirty="0">
                <a:latin typeface="+mn-lt"/>
              </a:rPr>
              <a:t>personnel</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Check devices before use (pump, pressure regulation, hoses, coupling, nozzle etc..)</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Barricade the area with signage that indicates </a:t>
            </a:r>
            <a:r>
              <a:rPr lang="en-US" altLang="en-US" sz="1500" dirty="0" smtClean="0">
                <a:latin typeface="+mn-lt"/>
              </a:rPr>
              <a:t>HPWJ </a:t>
            </a:r>
            <a:r>
              <a:rPr lang="en-US" altLang="en-US" sz="1500" dirty="0">
                <a:latin typeface="+mn-lt"/>
              </a:rPr>
              <a:t>operation in progress</a:t>
            </a:r>
          </a:p>
        </p:txBody>
      </p:sp>
      <p:pic>
        <p:nvPicPr>
          <p:cNvPr id="8199" name="Picture 8" descr="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670" y="1224218"/>
            <a:ext cx="3382963"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0" name="Picture 9" descr="8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444" y="3740527"/>
            <a:ext cx="3802063" cy="259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377624" y="664908"/>
            <a:ext cx="6750566"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be prepared before using !</a:t>
            </a:r>
            <a:endParaRPr lang="en-US" sz="2000" cap="all" dirty="0">
              <a:solidFill>
                <a:schemeClr val="tx2"/>
              </a:solidFill>
              <a:latin typeface="+mj-lt"/>
              <a:ea typeface="+mj-ea"/>
              <a:cs typeface="+mj-cs"/>
            </a:endParaRPr>
          </a:p>
        </p:txBody>
      </p:sp>
    </p:spTree>
    <p:extLst>
      <p:ext uri="{BB962C8B-B14F-4D97-AF65-F5344CB8AC3E}">
        <p14:creationId xmlns:p14="http://schemas.microsoft.com/office/powerpoint/2010/main" val="19045312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9219" name="Rectangle 3"/>
          <p:cNvSpPr>
            <a:spLocks noChangeArrowheads="1"/>
          </p:cNvSpPr>
          <p:nvPr/>
        </p:nvSpPr>
        <p:spPr bwMode="auto">
          <a:xfrm>
            <a:off x="3173414" y="6415089"/>
            <a:ext cx="448468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9220"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9221"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9222" name="Text Box 6"/>
          <p:cNvSpPr txBox="1">
            <a:spLocks noChangeArrowheads="1"/>
          </p:cNvSpPr>
          <p:nvPr/>
        </p:nvSpPr>
        <p:spPr bwMode="auto">
          <a:xfrm>
            <a:off x="4294189" y="1429887"/>
            <a:ext cx="7721670" cy="3443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defRPr sz="2400">
                <a:solidFill>
                  <a:schemeClr val="tx1"/>
                </a:solidFill>
                <a:latin typeface="Times New Roman" panose="02020603050405020304" pitchFamily="18" charset="0"/>
              </a:defRPr>
            </a:lvl1pPr>
            <a:lvl2pPr marL="971550" indent="-457200">
              <a:defRPr sz="2400">
                <a:solidFill>
                  <a:schemeClr val="tx1"/>
                </a:solidFill>
                <a:latin typeface="Times New Roman" panose="02020603050405020304" pitchFamily="18" charset="0"/>
              </a:defRPr>
            </a:lvl2pPr>
            <a:lvl3pPr marL="1543050" indent="-457200">
              <a:defRPr sz="2400">
                <a:solidFill>
                  <a:schemeClr val="tx1"/>
                </a:solidFill>
                <a:latin typeface="Times New Roman" panose="02020603050405020304" pitchFamily="18" charset="0"/>
              </a:defRPr>
            </a:lvl3pPr>
            <a:lvl4pPr marL="2114550" indent="-457200">
              <a:defRPr sz="2400">
                <a:solidFill>
                  <a:schemeClr val="tx1"/>
                </a:solidFill>
                <a:latin typeface="Times New Roman" panose="02020603050405020304" pitchFamily="18" charset="0"/>
              </a:defRPr>
            </a:lvl4pPr>
            <a:lvl5pPr marL="2686050" indent="-457200">
              <a:defRPr sz="2400">
                <a:solidFill>
                  <a:schemeClr val="tx1"/>
                </a:solidFill>
                <a:latin typeface="Times New Roman" panose="02020603050405020304" pitchFamily="18" charset="0"/>
              </a:defRPr>
            </a:lvl5pPr>
            <a:lvl6pPr marL="3143250" indent="-457200" eaLnBrk="0" fontAlgn="base" hangingPunct="0">
              <a:spcBef>
                <a:spcPct val="0"/>
              </a:spcBef>
              <a:spcAft>
                <a:spcPct val="0"/>
              </a:spcAft>
              <a:defRPr sz="2400">
                <a:solidFill>
                  <a:schemeClr val="tx1"/>
                </a:solidFill>
                <a:latin typeface="Times New Roman" panose="02020603050405020304" pitchFamily="18" charset="0"/>
              </a:defRPr>
            </a:lvl6pPr>
            <a:lvl7pPr marL="3600450" indent="-457200" eaLnBrk="0" fontAlgn="base" hangingPunct="0">
              <a:spcBef>
                <a:spcPct val="0"/>
              </a:spcBef>
              <a:spcAft>
                <a:spcPct val="0"/>
              </a:spcAft>
              <a:defRPr sz="2400">
                <a:solidFill>
                  <a:schemeClr val="tx1"/>
                </a:solidFill>
                <a:latin typeface="Times New Roman" panose="02020603050405020304" pitchFamily="18" charset="0"/>
              </a:defRPr>
            </a:lvl7pPr>
            <a:lvl8pPr marL="4057650" indent="-457200" eaLnBrk="0" fontAlgn="base" hangingPunct="0">
              <a:spcBef>
                <a:spcPct val="0"/>
              </a:spcBef>
              <a:spcAft>
                <a:spcPct val="0"/>
              </a:spcAft>
              <a:defRPr sz="2400">
                <a:solidFill>
                  <a:schemeClr val="tx1"/>
                </a:solidFill>
                <a:latin typeface="Times New Roman" panose="02020603050405020304" pitchFamily="18" charset="0"/>
              </a:defRPr>
            </a:lvl8pPr>
            <a:lvl9pPr marL="451485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0" lvl="2" indent="0" defTabSz="455613" fontAlgn="base">
              <a:lnSpc>
                <a:spcPct val="150000"/>
              </a:lnSpc>
              <a:spcAft>
                <a:spcPct val="0"/>
              </a:spcAft>
              <a:buClr>
                <a:schemeClr val="tx1"/>
              </a:buClr>
              <a:defRPr/>
            </a:pPr>
            <a:r>
              <a:rPr lang="en-US" altLang="en-US" sz="1500" dirty="0" smtClean="0">
                <a:latin typeface="+mn-lt"/>
              </a:rPr>
              <a:t>The HPWJ </a:t>
            </a:r>
            <a:r>
              <a:rPr lang="en-US" altLang="en-US" sz="1500" dirty="0">
                <a:latin typeface="+mn-lt"/>
              </a:rPr>
              <a:t>operator and those within the </a:t>
            </a:r>
            <a:r>
              <a:rPr lang="en-US" altLang="en-US" sz="1500" dirty="0" smtClean="0">
                <a:latin typeface="+mn-lt"/>
              </a:rPr>
              <a:t>jetting area </a:t>
            </a:r>
            <a:r>
              <a:rPr lang="en-US" altLang="en-US" sz="1500" dirty="0">
                <a:latin typeface="+mn-lt"/>
              </a:rPr>
              <a:t>wear PPE :</a:t>
            </a: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Hard </a:t>
            </a:r>
            <a:r>
              <a:rPr lang="en-US" altLang="en-US" sz="1500" dirty="0" smtClean="0">
                <a:latin typeface="+mn-lt"/>
              </a:rPr>
              <a:t>hat, </a:t>
            </a:r>
            <a:endParaRPr lang="en-US" altLang="en-US" sz="1500" dirty="0">
              <a:latin typeface="+mn-lt"/>
            </a:endParaRP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Safety glasses with side shield,</a:t>
            </a: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Face shield, </a:t>
            </a: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Hearing protection,</a:t>
            </a: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b="1" dirty="0" smtClean="0">
                <a:solidFill>
                  <a:srgbClr val="00B0F0"/>
                </a:solidFill>
                <a:latin typeface="+mn-lt"/>
              </a:rPr>
              <a:t>PPE suit for the required HPWJ pressure,</a:t>
            </a:r>
            <a:endParaRPr lang="en-US" altLang="en-US" sz="1500" b="1" dirty="0">
              <a:solidFill>
                <a:srgbClr val="00B0F0"/>
              </a:solidFill>
              <a:latin typeface="+mn-lt"/>
            </a:endParaRP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Rubber gloves, </a:t>
            </a: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Rubber boots with metatarsal protection,</a:t>
            </a:r>
          </a:p>
          <a:p>
            <a:pPr marL="285750" lvl="2"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Other </a:t>
            </a:r>
            <a:r>
              <a:rPr lang="en-US" altLang="en-US" sz="1500" dirty="0" smtClean="0">
                <a:latin typeface="+mn-lt"/>
              </a:rPr>
              <a:t>PPE </a:t>
            </a:r>
            <a:r>
              <a:rPr lang="en-US" altLang="en-US" sz="1500" dirty="0">
                <a:latin typeface="+mn-lt"/>
              </a:rPr>
              <a:t>as required if chemicals are </a:t>
            </a:r>
            <a:r>
              <a:rPr lang="en-US" altLang="en-US" sz="1500" dirty="0" smtClean="0">
                <a:latin typeface="+mn-lt"/>
              </a:rPr>
              <a:t>involved</a:t>
            </a:r>
          </a:p>
        </p:txBody>
      </p:sp>
      <p:pic>
        <p:nvPicPr>
          <p:cNvPr id="9223" name="Picture 8" descr="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940" y="1328738"/>
            <a:ext cx="3146425" cy="229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9" descr="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6005" y="2241436"/>
            <a:ext cx="1684337"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377624" y="664908"/>
            <a:ext cx="6045245"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PONTS TO BE FOCUSED</a:t>
            </a:r>
            <a:endParaRPr lang="en-US" sz="2000" cap="all" dirty="0">
              <a:solidFill>
                <a:schemeClr val="tx2"/>
              </a:solidFill>
              <a:latin typeface="+mj-lt"/>
              <a:ea typeface="+mj-ea"/>
              <a:cs typeface="+mj-cs"/>
            </a:endParaRPr>
          </a:p>
        </p:txBody>
      </p:sp>
      <p:graphicFrame>
        <p:nvGraphicFramePr>
          <p:cNvPr id="11" name="Object 1"/>
          <p:cNvGraphicFramePr>
            <a:graphicFrameLocks noChangeAspect="1"/>
          </p:cNvGraphicFramePr>
          <p:nvPr>
            <p:extLst>
              <p:ext uri="{D42A27DB-BD31-4B8C-83A1-F6EECF244321}">
                <p14:modId xmlns:p14="http://schemas.microsoft.com/office/powerpoint/2010/main" val="706035036"/>
              </p:ext>
            </p:extLst>
          </p:nvPr>
        </p:nvGraphicFramePr>
        <p:xfrm>
          <a:off x="6277095" y="5141733"/>
          <a:ext cx="1144604" cy="965760"/>
        </p:xfrm>
        <a:graphic>
          <a:graphicData uri="http://schemas.openxmlformats.org/presentationml/2006/ole">
            <mc:AlternateContent xmlns:mc="http://schemas.openxmlformats.org/markup-compatibility/2006">
              <mc:Choice xmlns:v="urn:schemas-microsoft-com:vml" Requires="v">
                <p:oleObj spid="_x0000_s3116" name="Acrobat Document" showAsIcon="1" r:id="rId5" imgW="914400" imgH="771480" progId="AcroExch.Document.DC">
                  <p:embed/>
                </p:oleObj>
              </mc:Choice>
              <mc:Fallback>
                <p:oleObj name="Acrobat Document" showAsIcon="1" r:id="rId5" imgW="914400" imgH="771480" progId="AcroExch.Document.DC">
                  <p:embed/>
                  <p:pic>
                    <p:nvPicPr>
                      <p:cNvPr id="13325" name="Object 1"/>
                      <p:cNvPicPr>
                        <a:picLocks noChangeAspect="1" noChangeArrowheads="1"/>
                      </p:cNvPicPr>
                      <p:nvPr/>
                    </p:nvPicPr>
                    <p:blipFill>
                      <a:blip r:embed="rId6"/>
                      <a:srcRect/>
                      <a:stretch>
                        <a:fillRect/>
                      </a:stretch>
                    </p:blipFill>
                    <p:spPr bwMode="auto">
                      <a:xfrm>
                        <a:off x="6277095" y="5141733"/>
                        <a:ext cx="1144604" cy="965760"/>
                      </a:xfrm>
                      <a:prstGeom prst="rect">
                        <a:avLst/>
                      </a:prstGeom>
                      <a:noFill/>
                      <a:ln>
                        <a:noFill/>
                      </a:ln>
                    </p:spPr>
                  </p:pic>
                </p:oleObj>
              </mc:Fallback>
            </mc:AlternateContent>
          </a:graphicData>
        </a:graphic>
      </p:graphicFrame>
      <p:pic>
        <p:nvPicPr>
          <p:cNvPr id="12" name="Picture 15"/>
          <p:cNvPicPr>
            <a:picLocks noChangeAspect="1"/>
          </p:cNvPicPr>
          <p:nvPr/>
        </p:nvPicPr>
        <p:blipFill>
          <a:blip r:embed="rId7">
            <a:extLst>
              <a:ext uri="{28A0092B-C50C-407E-A947-70E740481C1C}">
                <a14:useLocalDpi xmlns:a14="http://schemas.microsoft.com/office/drawing/2010/main" val="0"/>
              </a:ext>
            </a:extLst>
          </a:blip>
          <a:srcRect l="17999" t="45206" r="52684" b="27380"/>
          <a:stretch>
            <a:fillRect/>
          </a:stretch>
        </p:blipFill>
        <p:spPr bwMode="auto">
          <a:xfrm>
            <a:off x="378665" y="4082787"/>
            <a:ext cx="3563105" cy="1872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Object 1"/>
          <p:cNvGraphicFramePr>
            <a:graphicFrameLocks noChangeAspect="1"/>
          </p:cNvGraphicFramePr>
          <p:nvPr>
            <p:extLst>
              <p:ext uri="{D42A27DB-BD31-4B8C-83A1-F6EECF244321}">
                <p14:modId xmlns:p14="http://schemas.microsoft.com/office/powerpoint/2010/main" val="893443657"/>
              </p:ext>
            </p:extLst>
          </p:nvPr>
        </p:nvGraphicFramePr>
        <p:xfrm>
          <a:off x="9478600" y="5053859"/>
          <a:ext cx="1319573" cy="1113390"/>
        </p:xfrm>
        <a:graphic>
          <a:graphicData uri="http://schemas.openxmlformats.org/presentationml/2006/ole">
            <mc:AlternateContent xmlns:mc="http://schemas.openxmlformats.org/markup-compatibility/2006">
              <mc:Choice xmlns:v="urn:schemas-microsoft-com:vml" Requires="v">
                <p:oleObj spid="_x0000_s3117" name="Acrobat Document" showAsIcon="1" r:id="rId8" imgW="914400" imgH="771480" progId="AcroExch.Document.DC">
                  <p:embed/>
                </p:oleObj>
              </mc:Choice>
              <mc:Fallback>
                <p:oleObj name="Acrobat Document" showAsIcon="1" r:id="rId8" imgW="914400" imgH="771480" progId="AcroExch.Document.DC">
                  <p:embed/>
                  <p:pic>
                    <p:nvPicPr>
                      <p:cNvPr id="0" name=""/>
                      <p:cNvPicPr/>
                      <p:nvPr/>
                    </p:nvPicPr>
                    <p:blipFill>
                      <a:blip r:embed="rId9"/>
                      <a:stretch>
                        <a:fillRect/>
                      </a:stretch>
                    </p:blipFill>
                    <p:spPr>
                      <a:xfrm>
                        <a:off x="9478600" y="5053859"/>
                        <a:ext cx="1319573" cy="1113390"/>
                      </a:xfrm>
                      <a:prstGeom prst="rect">
                        <a:avLst/>
                      </a:prstGeom>
                    </p:spPr>
                  </p:pic>
                </p:oleObj>
              </mc:Fallback>
            </mc:AlternateContent>
          </a:graphicData>
        </a:graphic>
      </p:graphicFrame>
    </p:spTree>
    <p:extLst>
      <p:ext uri="{BB962C8B-B14F-4D97-AF65-F5344CB8AC3E}">
        <p14:creationId xmlns:p14="http://schemas.microsoft.com/office/powerpoint/2010/main" val="1577596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0243" name="Rectangle 3"/>
          <p:cNvSpPr>
            <a:spLocks noChangeArrowheads="1"/>
          </p:cNvSpPr>
          <p:nvPr/>
        </p:nvSpPr>
        <p:spPr bwMode="auto">
          <a:xfrm>
            <a:off x="3173414" y="6415089"/>
            <a:ext cx="448468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0244"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0245"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0246" name="Text Box 6"/>
          <p:cNvSpPr txBox="1">
            <a:spLocks noChangeArrowheads="1"/>
          </p:cNvSpPr>
          <p:nvPr/>
        </p:nvSpPr>
        <p:spPr bwMode="auto">
          <a:xfrm>
            <a:off x="107952" y="3380605"/>
            <a:ext cx="5921089" cy="3684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b="1" dirty="0">
              <a:solidFill>
                <a:schemeClr val="accent2"/>
              </a:solidFill>
              <a:latin typeface="Arial" panose="020B0604020202020204" pitchFamily="34" charset="0"/>
              <a:cs typeface="Arial" panose="020B0604020202020204" pitchFamily="34" charset="0"/>
            </a:endParaRP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Use </a:t>
            </a:r>
            <a:r>
              <a:rPr lang="en-US" altLang="en-US" sz="1500" dirty="0" smtClean="0">
                <a:latin typeface="+mn-lt"/>
              </a:rPr>
              <a:t>HPWJ </a:t>
            </a:r>
            <a:r>
              <a:rPr lang="en-US" altLang="en-US" sz="1500" dirty="0">
                <a:latin typeface="+mn-lt"/>
              </a:rPr>
              <a:t>work </a:t>
            </a:r>
            <a:r>
              <a:rPr lang="en-US" altLang="en-US" sz="1500" dirty="0" smtClean="0">
                <a:latin typeface="+mn-lt"/>
              </a:rPr>
              <a:t>permit.</a:t>
            </a: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latin typeface="+mn-lt"/>
              </a:rPr>
              <a:t>A </a:t>
            </a:r>
            <a:r>
              <a:rPr lang="en-US" altLang="en-US" sz="1500" dirty="0">
                <a:latin typeface="+mn-lt"/>
              </a:rPr>
              <a:t>safety device (anti-withdrawal) is used to prevent the hose assembly from being pulled out of the tube or pipe while equipment is energized or pressurized.</a:t>
            </a: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Minimum two persons as work crew. Stop </a:t>
            </a:r>
            <a:r>
              <a:rPr lang="en-US" altLang="en-US" sz="1500" dirty="0" smtClean="0">
                <a:latin typeface="+mn-lt"/>
              </a:rPr>
              <a:t>HPWJ </a:t>
            </a:r>
            <a:r>
              <a:rPr lang="en-US" altLang="en-US" sz="1500" dirty="0">
                <a:latin typeface="+mn-lt"/>
              </a:rPr>
              <a:t>in case of unauthorized entry.</a:t>
            </a: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a:latin typeface="+mn-lt"/>
              </a:rPr>
              <a:t>Use </a:t>
            </a:r>
            <a:r>
              <a:rPr lang="en-US" altLang="en-US" sz="1500" dirty="0" smtClean="0">
                <a:latin typeface="+mn-lt"/>
              </a:rPr>
              <a:t>hand </a:t>
            </a:r>
            <a:r>
              <a:rPr lang="en-US" altLang="en-US" sz="1500" dirty="0">
                <a:latin typeface="+mn-lt"/>
              </a:rPr>
              <a:t>guards in all lancing operations</a:t>
            </a:r>
          </a:p>
          <a:p>
            <a:pPr eaLnBrk="1" hangingPunct="1"/>
            <a:endParaRPr lang="en-US" altLang="en-US" b="1" dirty="0">
              <a:solidFill>
                <a:srgbClr val="33CC33"/>
              </a:solidFill>
              <a:latin typeface="Arial" panose="020B0604020202020204" pitchFamily="34" charset="0"/>
            </a:endParaRPr>
          </a:p>
          <a:p>
            <a:pPr eaLnBrk="1" hangingPunct="1"/>
            <a:endParaRPr lang="en-US" altLang="en-US" b="1" dirty="0">
              <a:solidFill>
                <a:schemeClr val="accent2"/>
              </a:solidFill>
              <a:latin typeface="Arial" panose="020B0604020202020204" pitchFamily="34" charset="0"/>
            </a:endParaRPr>
          </a:p>
        </p:txBody>
      </p:sp>
      <p:pic>
        <p:nvPicPr>
          <p:cNvPr id="10247" name="Picture 8" descr="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9041" y="4275469"/>
            <a:ext cx="2617788"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9"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272" y="1328738"/>
            <a:ext cx="2813050"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Picture 10" descr="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912" y="1291533"/>
            <a:ext cx="2849563"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377624" y="664908"/>
            <a:ext cx="6045245"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PONTS TO BE FOCUSED</a:t>
            </a:r>
            <a:endParaRPr lang="en-US" sz="2000" cap="all" dirty="0">
              <a:solidFill>
                <a:schemeClr val="tx2"/>
              </a:solidFill>
              <a:latin typeface="+mj-lt"/>
              <a:ea typeface="+mj-ea"/>
              <a:cs typeface="+mj-cs"/>
            </a:endParaRPr>
          </a:p>
        </p:txBody>
      </p:sp>
      <p:grpSp>
        <p:nvGrpSpPr>
          <p:cNvPr id="11" name="Group 10"/>
          <p:cNvGrpSpPr/>
          <p:nvPr/>
        </p:nvGrpSpPr>
        <p:grpSpPr>
          <a:xfrm>
            <a:off x="8310753" y="1285494"/>
            <a:ext cx="3552825" cy="4060825"/>
            <a:chOff x="7115175" y="1484313"/>
            <a:chExt cx="3552825" cy="4060825"/>
          </a:xfrm>
        </p:grpSpPr>
        <p:pic>
          <p:nvPicPr>
            <p:cNvPr id="12" name="Picture 98" descr="Hydro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5175" y="1484313"/>
              <a:ext cx="342900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97"/>
            <p:cNvSpPr txBox="1">
              <a:spLocks noChangeArrowheads="1"/>
            </p:cNvSpPr>
            <p:nvPr/>
          </p:nvSpPr>
          <p:spPr bwMode="auto">
            <a:xfrm>
              <a:off x="7200900" y="5202238"/>
              <a:ext cx="3467100" cy="342900"/>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000" b="1">
                  <a:latin typeface="Arial" panose="020B0604020202020204" pitchFamily="34" charset="0"/>
                  <a:ea typeface="Times New Roman" panose="02020603050405020304" pitchFamily="18" charset="0"/>
                  <a:cs typeface="Arial" panose="020B0604020202020204" pitchFamily="34" charset="0"/>
                </a:rPr>
                <a:t>Typical Anti-Withdrawal Device Setup </a:t>
              </a:r>
            </a:p>
            <a:p>
              <a:pPr algn="ctr"/>
              <a:r>
                <a:rPr lang="en-US" altLang="en-US" sz="1000" b="1">
                  <a:latin typeface="Arial" panose="020B0604020202020204" pitchFamily="34" charset="0"/>
                  <a:ea typeface="Times New Roman" panose="02020603050405020304" pitchFamily="18" charset="0"/>
                  <a:cs typeface="Arial" panose="020B0604020202020204" pitchFamily="34" charset="0"/>
                </a:rPr>
                <a:t>(prior to tube inspection</a:t>
              </a:r>
              <a:r>
                <a:rPr lang="en-US" altLang="en-US" sz="1000">
                  <a:latin typeface="Arial" panose="020B0604020202020204" pitchFamily="34" charset="0"/>
                  <a:ea typeface="Times New Roman" panose="02020603050405020304" pitchFamily="18" charset="0"/>
                  <a:cs typeface="Arial" panose="020B0604020202020204" pitchFamily="34" charset="0"/>
                </a:rPr>
                <a:t>)</a:t>
              </a:r>
              <a:endParaRPr lang="en-US" altLang="en-US">
                <a:ea typeface="Times New Roman" panose="02020603050405020304" pitchFamily="18" charset="0"/>
                <a:cs typeface="Arial" panose="020B0604020202020204" pitchFamily="34" charset="0"/>
              </a:endParaRPr>
            </a:p>
          </p:txBody>
        </p:sp>
        <p:sp>
          <p:nvSpPr>
            <p:cNvPr id="14" name="Text Box 100"/>
            <p:cNvSpPr txBox="1">
              <a:spLocks noChangeArrowheads="1"/>
            </p:cNvSpPr>
            <p:nvPr/>
          </p:nvSpPr>
          <p:spPr bwMode="auto">
            <a:xfrm>
              <a:off x="7905750" y="2124075"/>
              <a:ext cx="800100" cy="457200"/>
            </a:xfrm>
            <a:prstGeom prst="rect">
              <a:avLst/>
            </a:prstGeom>
            <a:solidFill>
              <a:srgbClr val="FFFFFF"/>
            </a:solidFill>
            <a:ln w="19050">
              <a:solidFill>
                <a:srgbClr val="000000"/>
              </a:solidFill>
              <a:miter lim="800000"/>
              <a:headEnd/>
              <a:tailEnd/>
            </a:ln>
          </p:spPr>
          <p:txBody>
            <a:bodyPr/>
            <a:lstStyle>
              <a:lvl1pPr>
                <a:tabLst>
                  <a:tab pos="457200" algn="ctr"/>
                </a:tabLst>
                <a:defRPr sz="2400">
                  <a:solidFill>
                    <a:schemeClr val="tx1"/>
                  </a:solidFill>
                  <a:latin typeface="Times New Roman" panose="02020603050405020304" pitchFamily="18" charset="0"/>
                </a:defRPr>
              </a:lvl1pPr>
              <a:lvl2pPr marL="742950" indent="-285750">
                <a:tabLst>
                  <a:tab pos="457200" algn="ctr"/>
                </a:tabLst>
                <a:defRPr sz="2400">
                  <a:solidFill>
                    <a:schemeClr val="tx1"/>
                  </a:solidFill>
                  <a:latin typeface="Times New Roman" panose="02020603050405020304" pitchFamily="18" charset="0"/>
                </a:defRPr>
              </a:lvl2pPr>
              <a:lvl3pPr marL="1143000" indent="-228600">
                <a:tabLst>
                  <a:tab pos="457200" algn="ctr"/>
                </a:tabLst>
                <a:defRPr sz="2400">
                  <a:solidFill>
                    <a:schemeClr val="tx1"/>
                  </a:solidFill>
                  <a:latin typeface="Times New Roman" panose="02020603050405020304" pitchFamily="18" charset="0"/>
                </a:defRPr>
              </a:lvl3pPr>
              <a:lvl4pPr marL="1600200" indent="-228600">
                <a:tabLst>
                  <a:tab pos="457200" algn="ctr"/>
                </a:tabLst>
                <a:defRPr sz="2400">
                  <a:solidFill>
                    <a:schemeClr val="tx1"/>
                  </a:solidFill>
                  <a:latin typeface="Times New Roman" panose="02020603050405020304" pitchFamily="18" charset="0"/>
                </a:defRPr>
              </a:lvl4pPr>
              <a:lvl5pPr marL="2057400" indent="-228600">
                <a:tabLst>
                  <a:tab pos="457200" algn="ctr"/>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9pPr>
            </a:lstStyle>
            <a:p>
              <a:r>
                <a:rPr lang="en-US" altLang="en-US" sz="800">
                  <a:latin typeface="Arial" panose="020B0604020202020204" pitchFamily="34" charset="0"/>
                  <a:ea typeface="Times New Roman" panose="02020603050405020304" pitchFamily="18" charset="0"/>
                  <a:cs typeface="Arial" panose="020B0604020202020204" pitchFamily="34" charset="0"/>
                </a:rPr>
                <a:t>Anti-withdrawal</a:t>
              </a:r>
              <a:endParaRPr lang="en-US" altLang="en-US" sz="1100">
                <a:ea typeface="Times New Roman" panose="02020603050405020304" pitchFamily="18" charset="0"/>
                <a:cs typeface="Arial" panose="020B0604020202020204" pitchFamily="34" charset="0"/>
              </a:endParaRPr>
            </a:p>
            <a:p>
              <a:pPr algn="ctr"/>
              <a:r>
                <a:rPr lang="en-US" altLang="en-US" sz="800">
                  <a:latin typeface="Arial" panose="020B0604020202020204" pitchFamily="34" charset="0"/>
                  <a:ea typeface="Times New Roman" panose="02020603050405020304" pitchFamily="18" charset="0"/>
                  <a:cs typeface="Arial" panose="020B0604020202020204" pitchFamily="34" charset="0"/>
                </a:rPr>
                <a:t>device</a:t>
              </a:r>
              <a:endParaRPr lang="en-US" altLang="en-US">
                <a:ea typeface="Times New Roman" panose="02020603050405020304" pitchFamily="18" charset="0"/>
                <a:cs typeface="Arial" panose="020B0604020202020204" pitchFamily="34" charset="0"/>
              </a:endParaRPr>
            </a:p>
          </p:txBody>
        </p:sp>
        <p:sp>
          <p:nvSpPr>
            <p:cNvPr id="15" name="Line 99"/>
            <p:cNvSpPr>
              <a:spLocks noChangeShapeType="1"/>
            </p:cNvSpPr>
            <p:nvPr/>
          </p:nvSpPr>
          <p:spPr bwMode="auto">
            <a:xfrm flipH="1">
              <a:off x="7556500" y="2540000"/>
              <a:ext cx="342900" cy="34290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Text Box 102"/>
            <p:cNvSpPr txBox="1">
              <a:spLocks noChangeArrowheads="1"/>
            </p:cNvSpPr>
            <p:nvPr/>
          </p:nvSpPr>
          <p:spPr bwMode="auto">
            <a:xfrm>
              <a:off x="9744075" y="2466975"/>
              <a:ext cx="571500" cy="342900"/>
            </a:xfrm>
            <a:prstGeom prst="rect">
              <a:avLst/>
            </a:prstGeom>
            <a:solidFill>
              <a:srgbClr val="FFFFFF"/>
            </a:solidFill>
            <a:ln w="19050">
              <a:solidFill>
                <a:srgbClr val="000000"/>
              </a:solidFill>
              <a:miter lim="800000"/>
              <a:headEnd/>
              <a:tailEnd/>
            </a:ln>
          </p:spPr>
          <p:txBody>
            <a:bodyPr/>
            <a:lstStyle>
              <a:lvl1pPr>
                <a:tabLst>
                  <a:tab pos="457200" algn="ctr"/>
                </a:tabLst>
                <a:defRPr sz="2400">
                  <a:solidFill>
                    <a:schemeClr val="tx1"/>
                  </a:solidFill>
                  <a:latin typeface="Times New Roman" panose="02020603050405020304" pitchFamily="18" charset="0"/>
                </a:defRPr>
              </a:lvl1pPr>
              <a:lvl2pPr marL="742950" indent="-285750">
                <a:tabLst>
                  <a:tab pos="457200" algn="ctr"/>
                </a:tabLst>
                <a:defRPr sz="2400">
                  <a:solidFill>
                    <a:schemeClr val="tx1"/>
                  </a:solidFill>
                  <a:latin typeface="Times New Roman" panose="02020603050405020304" pitchFamily="18" charset="0"/>
                </a:defRPr>
              </a:lvl2pPr>
              <a:lvl3pPr marL="1143000" indent="-228600">
                <a:tabLst>
                  <a:tab pos="457200" algn="ctr"/>
                </a:tabLst>
                <a:defRPr sz="2400">
                  <a:solidFill>
                    <a:schemeClr val="tx1"/>
                  </a:solidFill>
                  <a:latin typeface="Times New Roman" panose="02020603050405020304" pitchFamily="18" charset="0"/>
                </a:defRPr>
              </a:lvl3pPr>
              <a:lvl4pPr marL="1600200" indent="-228600">
                <a:tabLst>
                  <a:tab pos="457200" algn="ctr"/>
                </a:tabLst>
                <a:defRPr sz="2400">
                  <a:solidFill>
                    <a:schemeClr val="tx1"/>
                  </a:solidFill>
                  <a:latin typeface="Times New Roman" panose="02020603050405020304" pitchFamily="18" charset="0"/>
                </a:defRPr>
              </a:lvl4pPr>
              <a:lvl5pPr marL="2057400" indent="-228600">
                <a:tabLst>
                  <a:tab pos="457200" algn="ctr"/>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9pPr>
            </a:lstStyle>
            <a:p>
              <a:r>
                <a:rPr lang="en-AU" altLang="en-US" sz="800">
                  <a:latin typeface="Arial" panose="020B0604020202020204" pitchFamily="34" charset="0"/>
                  <a:ea typeface="Times New Roman" panose="02020603050405020304" pitchFamily="18" charset="0"/>
                  <a:cs typeface="Arial" panose="020B0604020202020204" pitchFamily="34" charset="0"/>
                </a:rPr>
                <a:t>Tube</a:t>
              </a:r>
              <a:endParaRPr lang="en-US" altLang="en-US" sz="1100">
                <a:ea typeface="Times New Roman" panose="02020603050405020304" pitchFamily="18" charset="0"/>
                <a:cs typeface="Arial" panose="020B0604020202020204" pitchFamily="34" charset="0"/>
              </a:endParaRPr>
            </a:p>
            <a:p>
              <a:pPr algn="ctr"/>
              <a:r>
                <a:rPr lang="en-US" altLang="en-US" sz="800">
                  <a:latin typeface="Arial" panose="020B0604020202020204" pitchFamily="34" charset="0"/>
                  <a:ea typeface="Times New Roman" panose="02020603050405020304" pitchFamily="18" charset="0"/>
                  <a:cs typeface="Arial" panose="020B0604020202020204" pitchFamily="34" charset="0"/>
                </a:rPr>
                <a:t>nozzle</a:t>
              </a:r>
              <a:endParaRPr lang="en-US" altLang="en-US">
                <a:ea typeface="Times New Roman" panose="02020603050405020304" pitchFamily="18" charset="0"/>
                <a:cs typeface="Arial" panose="020B0604020202020204" pitchFamily="34" charset="0"/>
              </a:endParaRPr>
            </a:p>
          </p:txBody>
        </p:sp>
        <p:sp>
          <p:nvSpPr>
            <p:cNvPr id="17" name="Line 101"/>
            <p:cNvSpPr>
              <a:spLocks noChangeShapeType="1"/>
            </p:cNvSpPr>
            <p:nvPr/>
          </p:nvSpPr>
          <p:spPr bwMode="auto">
            <a:xfrm>
              <a:off x="9832975" y="2797175"/>
              <a:ext cx="228600" cy="45720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 name="Text Box 103"/>
            <p:cNvSpPr txBox="1">
              <a:spLocks noChangeArrowheads="1"/>
            </p:cNvSpPr>
            <p:nvPr/>
          </p:nvSpPr>
          <p:spPr bwMode="auto">
            <a:xfrm>
              <a:off x="9432925" y="3711575"/>
              <a:ext cx="914400" cy="342900"/>
            </a:xfrm>
            <a:prstGeom prst="rect">
              <a:avLst/>
            </a:prstGeom>
            <a:solidFill>
              <a:srgbClr val="FFFFFF"/>
            </a:solidFill>
            <a:ln w="19050">
              <a:solidFill>
                <a:srgbClr val="000000"/>
              </a:solidFill>
              <a:miter lim="800000"/>
              <a:headEnd/>
              <a:tailEnd/>
            </a:ln>
          </p:spPr>
          <p:txBody>
            <a:bodyPr/>
            <a:lstStyle>
              <a:lvl1pPr>
                <a:tabLst>
                  <a:tab pos="457200" algn="ctr"/>
                </a:tabLst>
                <a:defRPr sz="2400">
                  <a:solidFill>
                    <a:schemeClr val="tx1"/>
                  </a:solidFill>
                  <a:latin typeface="Times New Roman" panose="02020603050405020304" pitchFamily="18" charset="0"/>
                </a:defRPr>
              </a:lvl1pPr>
              <a:lvl2pPr marL="742950" indent="-285750">
                <a:tabLst>
                  <a:tab pos="457200" algn="ctr"/>
                </a:tabLst>
                <a:defRPr sz="2400">
                  <a:solidFill>
                    <a:schemeClr val="tx1"/>
                  </a:solidFill>
                  <a:latin typeface="Times New Roman" panose="02020603050405020304" pitchFamily="18" charset="0"/>
                </a:defRPr>
              </a:lvl2pPr>
              <a:lvl3pPr marL="1143000" indent="-228600">
                <a:tabLst>
                  <a:tab pos="457200" algn="ctr"/>
                </a:tabLst>
                <a:defRPr sz="2400">
                  <a:solidFill>
                    <a:schemeClr val="tx1"/>
                  </a:solidFill>
                  <a:latin typeface="Times New Roman" panose="02020603050405020304" pitchFamily="18" charset="0"/>
                </a:defRPr>
              </a:lvl3pPr>
              <a:lvl4pPr marL="1600200" indent="-228600">
                <a:tabLst>
                  <a:tab pos="457200" algn="ctr"/>
                </a:tabLst>
                <a:defRPr sz="2400">
                  <a:solidFill>
                    <a:schemeClr val="tx1"/>
                  </a:solidFill>
                  <a:latin typeface="Times New Roman" panose="02020603050405020304" pitchFamily="18" charset="0"/>
                </a:defRPr>
              </a:lvl4pPr>
              <a:lvl5pPr marL="2057400" indent="-228600">
                <a:tabLst>
                  <a:tab pos="457200" algn="ctr"/>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ctr"/>
                </a:tabLst>
                <a:defRPr sz="2400">
                  <a:solidFill>
                    <a:schemeClr val="tx1"/>
                  </a:solidFill>
                  <a:latin typeface="Times New Roman" panose="02020603050405020304" pitchFamily="18" charset="0"/>
                </a:defRPr>
              </a:lvl9pPr>
            </a:lstStyle>
            <a:p>
              <a:r>
                <a:rPr lang="en-US" altLang="en-US" sz="800">
                  <a:latin typeface="Arial" panose="020B0604020202020204" pitchFamily="34" charset="0"/>
                  <a:ea typeface="Times New Roman" panose="02020603050405020304" pitchFamily="18" charset="0"/>
                  <a:cs typeface="Arial" panose="020B0604020202020204" pitchFamily="34" charset="0"/>
                </a:rPr>
                <a:t>High-pressure</a:t>
              </a:r>
              <a:endParaRPr lang="en-US" altLang="en-US" sz="1100">
                <a:ea typeface="Times New Roman" panose="02020603050405020304" pitchFamily="18" charset="0"/>
                <a:cs typeface="Arial" panose="020B0604020202020204" pitchFamily="34" charset="0"/>
              </a:endParaRPr>
            </a:p>
            <a:p>
              <a:pPr algn="ctr"/>
              <a:r>
                <a:rPr lang="en-US" altLang="en-US" sz="800">
                  <a:latin typeface="Arial" panose="020B0604020202020204" pitchFamily="34" charset="0"/>
                  <a:ea typeface="Times New Roman" panose="02020603050405020304" pitchFamily="18" charset="0"/>
                  <a:cs typeface="Arial" panose="020B0604020202020204" pitchFamily="34" charset="0"/>
                </a:rPr>
                <a:t>hose</a:t>
              </a:r>
              <a:endParaRPr lang="en-US" altLang="en-US">
                <a:ea typeface="Times New Roman" panose="02020603050405020304" pitchFamily="18" charset="0"/>
                <a:cs typeface="Arial" panose="020B0604020202020204" pitchFamily="34" charset="0"/>
              </a:endParaRPr>
            </a:p>
          </p:txBody>
        </p:sp>
        <p:sp>
          <p:nvSpPr>
            <p:cNvPr id="19" name="Line 104"/>
            <p:cNvSpPr>
              <a:spLocks noChangeShapeType="1"/>
            </p:cNvSpPr>
            <p:nvPr/>
          </p:nvSpPr>
          <p:spPr bwMode="auto">
            <a:xfrm flipH="1" flipV="1">
              <a:off x="9309100" y="3362325"/>
              <a:ext cx="457200" cy="34290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Text Box 105"/>
            <p:cNvSpPr txBox="1">
              <a:spLocks noChangeArrowheads="1"/>
            </p:cNvSpPr>
            <p:nvPr/>
          </p:nvSpPr>
          <p:spPr bwMode="auto">
            <a:xfrm>
              <a:off x="8093075" y="3749675"/>
              <a:ext cx="1028700" cy="431800"/>
            </a:xfrm>
            <a:prstGeom prst="rect">
              <a:avLst/>
            </a:prstGeom>
            <a:solidFill>
              <a:srgbClr val="FFFFFF"/>
            </a:solidFill>
            <a:ln w="19050">
              <a:solidFill>
                <a:srgbClr val="000000"/>
              </a:solidFill>
              <a:miter lim="800000"/>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800" dirty="0">
                  <a:latin typeface="Arial" panose="020B0604020202020204" pitchFamily="34" charset="0"/>
                  <a:ea typeface="Times New Roman" panose="02020603050405020304" pitchFamily="18" charset="0"/>
                  <a:cs typeface="Arial" panose="020B0604020202020204" pitchFamily="34" charset="0"/>
                </a:rPr>
                <a:t>Restraining</a:t>
              </a:r>
              <a:endParaRPr lang="en-US" altLang="en-US" sz="1100" dirty="0">
                <a:ea typeface="Times New Roman" panose="02020603050405020304" pitchFamily="18" charset="0"/>
                <a:cs typeface="Arial" panose="020B0604020202020204" pitchFamily="34" charset="0"/>
              </a:endParaRPr>
            </a:p>
            <a:p>
              <a:pPr algn="ctr"/>
              <a:r>
                <a:rPr lang="en-US" altLang="en-US" sz="800" dirty="0">
                  <a:latin typeface="Arial" panose="020B0604020202020204" pitchFamily="34" charset="0"/>
                  <a:ea typeface="Times New Roman" panose="02020603050405020304" pitchFamily="18" charset="0"/>
                  <a:cs typeface="Arial" panose="020B0604020202020204" pitchFamily="34" charset="0"/>
                </a:rPr>
                <a:t>Clamp</a:t>
              </a:r>
              <a:endParaRPr lang="en-US" altLang="en-US" dirty="0">
                <a:ea typeface="Times New Roman" panose="02020603050405020304" pitchFamily="18" charset="0"/>
                <a:cs typeface="Arial" panose="020B0604020202020204" pitchFamily="34" charset="0"/>
              </a:endParaRPr>
            </a:p>
          </p:txBody>
        </p:sp>
        <p:sp>
          <p:nvSpPr>
            <p:cNvPr id="21" name="Line 106"/>
            <p:cNvSpPr>
              <a:spLocks noChangeShapeType="1"/>
            </p:cNvSpPr>
            <p:nvPr/>
          </p:nvSpPr>
          <p:spPr bwMode="auto">
            <a:xfrm flipH="1" flipV="1">
              <a:off x="8045450" y="3413125"/>
              <a:ext cx="228600" cy="34290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1098823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68" name="Rectangle 3"/>
          <p:cNvSpPr>
            <a:spLocks noChangeArrowheads="1"/>
          </p:cNvSpPr>
          <p:nvPr/>
        </p:nvSpPr>
        <p:spPr bwMode="auto">
          <a:xfrm>
            <a:off x="3173414" y="6415089"/>
            <a:ext cx="448468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69"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70"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71" name="Text Box 6"/>
          <p:cNvSpPr txBox="1">
            <a:spLocks noChangeArrowheads="1"/>
          </p:cNvSpPr>
          <p:nvPr/>
        </p:nvSpPr>
        <p:spPr bwMode="auto">
          <a:xfrm>
            <a:off x="0" y="1090339"/>
            <a:ext cx="11668836" cy="1066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a:defRPr sz="2400">
                <a:solidFill>
                  <a:schemeClr val="tx1"/>
                </a:solidFill>
                <a:latin typeface="Times New Roman" panose="02020603050405020304" pitchFamily="18" charset="0"/>
              </a:defRPr>
            </a:lvl1pPr>
            <a:lvl2pPr marL="1085850" indent="-457200">
              <a:defRPr sz="2400">
                <a:solidFill>
                  <a:schemeClr val="tx1"/>
                </a:solidFill>
                <a:latin typeface="Times New Roman" panose="02020603050405020304" pitchFamily="18" charset="0"/>
              </a:defRPr>
            </a:lvl2pPr>
            <a:lvl3pPr marL="1657350" indent="-457200">
              <a:defRPr sz="2400">
                <a:solidFill>
                  <a:schemeClr val="tx1"/>
                </a:solidFill>
                <a:latin typeface="Times New Roman" panose="02020603050405020304" pitchFamily="18" charset="0"/>
              </a:defRPr>
            </a:lvl3pPr>
            <a:lvl4pPr marL="2228850" indent="-457200">
              <a:defRPr sz="2400">
                <a:solidFill>
                  <a:schemeClr val="tx1"/>
                </a:solidFill>
                <a:latin typeface="Times New Roman" panose="02020603050405020304" pitchFamily="18" charset="0"/>
              </a:defRPr>
            </a:lvl4pPr>
            <a:lvl5pPr marL="2800350" indent="-457200">
              <a:defRPr sz="2400">
                <a:solidFill>
                  <a:schemeClr val="tx1"/>
                </a:solidFill>
                <a:latin typeface="Times New Roman" panose="02020603050405020304" pitchFamily="18" charset="0"/>
              </a:defRPr>
            </a:lvl5pPr>
            <a:lvl6pPr marL="3257550" indent="-457200" eaLnBrk="0" fontAlgn="base" hangingPunct="0">
              <a:spcBef>
                <a:spcPct val="0"/>
              </a:spcBef>
              <a:spcAft>
                <a:spcPct val="0"/>
              </a:spcAft>
              <a:defRPr sz="2400">
                <a:solidFill>
                  <a:schemeClr val="tx1"/>
                </a:solidFill>
                <a:latin typeface="Times New Roman" panose="02020603050405020304" pitchFamily="18" charset="0"/>
              </a:defRPr>
            </a:lvl6pPr>
            <a:lvl7pPr marL="3714750" indent="-457200" eaLnBrk="0" fontAlgn="base" hangingPunct="0">
              <a:spcBef>
                <a:spcPct val="0"/>
              </a:spcBef>
              <a:spcAft>
                <a:spcPct val="0"/>
              </a:spcAft>
              <a:defRPr sz="2400">
                <a:solidFill>
                  <a:schemeClr val="tx1"/>
                </a:solidFill>
                <a:latin typeface="Times New Roman" panose="02020603050405020304" pitchFamily="18" charset="0"/>
              </a:defRPr>
            </a:lvl7pPr>
            <a:lvl8pPr marL="4171950" indent="-457200" eaLnBrk="0" fontAlgn="base" hangingPunct="0">
              <a:spcBef>
                <a:spcPct val="0"/>
              </a:spcBef>
              <a:spcAft>
                <a:spcPct val="0"/>
              </a:spcAft>
              <a:defRPr sz="2400">
                <a:solidFill>
                  <a:schemeClr val="tx1"/>
                </a:solidFill>
                <a:latin typeface="Times New Roman" panose="02020603050405020304" pitchFamily="18" charset="0"/>
              </a:defRPr>
            </a:lvl8pPr>
            <a:lvl9pPr marL="4629150" indent="-4572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b="1" dirty="0">
              <a:solidFill>
                <a:schemeClr val="accent2"/>
              </a:solidFill>
              <a:latin typeface="Arial" panose="020B0604020202020204" pitchFamily="34" charset="0"/>
              <a:cs typeface="Arial" panose="020B0604020202020204" pitchFamily="34" charset="0"/>
            </a:endParaRPr>
          </a:p>
          <a:p>
            <a:pPr marL="857250" lvl="3" indent="-285750" defTabSz="455613" fontAlgn="base">
              <a:lnSpc>
                <a:spcPct val="150000"/>
              </a:lnSpc>
              <a:spcAft>
                <a:spcPct val="0"/>
              </a:spcAft>
              <a:buClr>
                <a:schemeClr val="tx1"/>
              </a:buClr>
              <a:buFont typeface="Arial" panose="020B0604020202020204" pitchFamily="34" charset="0"/>
              <a:buChar char="•"/>
              <a:defRPr/>
            </a:pPr>
            <a:r>
              <a:rPr lang="en-US" altLang="en-US" sz="1500" dirty="0" smtClean="0">
                <a:latin typeface="+mn-lt"/>
              </a:rPr>
              <a:t>Sensitive </a:t>
            </a:r>
            <a:r>
              <a:rPr lang="en-US" altLang="en-US" sz="1500" dirty="0">
                <a:latin typeface="+mn-lt"/>
              </a:rPr>
              <a:t>equipment </a:t>
            </a:r>
            <a:r>
              <a:rPr lang="en-US" altLang="en-US" sz="1500" dirty="0" smtClean="0">
                <a:latin typeface="+mn-lt"/>
              </a:rPr>
              <a:t>( e.g. Electrical Panels) must </a:t>
            </a:r>
            <a:r>
              <a:rPr lang="en-US" altLang="en-US" sz="1500" dirty="0">
                <a:latin typeface="+mn-lt"/>
              </a:rPr>
              <a:t>be protected from water generated by the operation	</a:t>
            </a:r>
          </a:p>
          <a:p>
            <a:pPr marL="857250" lvl="3" indent="-285750" defTabSz="455613" fontAlgn="base">
              <a:lnSpc>
                <a:spcPct val="150000"/>
              </a:lnSpc>
              <a:spcAft>
                <a:spcPct val="0"/>
              </a:spcAft>
              <a:buClr>
                <a:schemeClr val="tx1"/>
              </a:buClr>
              <a:buFont typeface="Arial" panose="020B0604020202020204" pitchFamily="34" charset="0"/>
              <a:buChar char="•"/>
              <a:defRPr/>
            </a:pPr>
            <a:endParaRPr lang="en-US" altLang="en-US" sz="1500" dirty="0">
              <a:latin typeface="+mn-lt"/>
            </a:endParaRPr>
          </a:p>
        </p:txBody>
      </p:sp>
      <p:pic>
        <p:nvPicPr>
          <p:cNvPr id="11272" name="Picture 8" descr="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8486" y="2631727"/>
            <a:ext cx="6011863" cy="291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377624" y="664908"/>
            <a:ext cx="6045245"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PONTS TO BE FOCUSED</a:t>
            </a:r>
            <a:endParaRPr lang="en-US" sz="2000" cap="all" dirty="0">
              <a:solidFill>
                <a:schemeClr val="tx2"/>
              </a:solidFill>
              <a:latin typeface="+mj-lt"/>
              <a:ea typeface="+mj-ea"/>
              <a:cs typeface="+mj-cs"/>
            </a:endParaRPr>
          </a:p>
        </p:txBody>
      </p:sp>
    </p:spTree>
    <p:extLst>
      <p:ext uri="{BB962C8B-B14F-4D97-AF65-F5344CB8AC3E}">
        <p14:creationId xmlns:p14="http://schemas.microsoft.com/office/powerpoint/2010/main" val="8225297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68" name="Rectangle 3"/>
          <p:cNvSpPr>
            <a:spLocks noChangeArrowheads="1"/>
          </p:cNvSpPr>
          <p:nvPr/>
        </p:nvSpPr>
        <p:spPr bwMode="auto">
          <a:xfrm>
            <a:off x="3173414" y="6415089"/>
            <a:ext cx="448468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69"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70"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71" name="Text Box 6"/>
          <p:cNvSpPr txBox="1">
            <a:spLocks noChangeArrowheads="1"/>
          </p:cNvSpPr>
          <p:nvPr/>
        </p:nvSpPr>
        <p:spPr bwMode="auto">
          <a:xfrm>
            <a:off x="-160436" y="805221"/>
            <a:ext cx="11668836" cy="1066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a:defRPr sz="2400">
                <a:solidFill>
                  <a:schemeClr val="tx1"/>
                </a:solidFill>
                <a:latin typeface="Times New Roman" panose="02020603050405020304" pitchFamily="18" charset="0"/>
              </a:defRPr>
            </a:lvl1pPr>
            <a:lvl2pPr marL="1085850" indent="-457200">
              <a:defRPr sz="2400">
                <a:solidFill>
                  <a:schemeClr val="tx1"/>
                </a:solidFill>
                <a:latin typeface="Times New Roman" panose="02020603050405020304" pitchFamily="18" charset="0"/>
              </a:defRPr>
            </a:lvl2pPr>
            <a:lvl3pPr marL="1657350" indent="-457200">
              <a:defRPr sz="2400">
                <a:solidFill>
                  <a:schemeClr val="tx1"/>
                </a:solidFill>
                <a:latin typeface="Times New Roman" panose="02020603050405020304" pitchFamily="18" charset="0"/>
              </a:defRPr>
            </a:lvl3pPr>
            <a:lvl4pPr marL="2228850" indent="-457200">
              <a:defRPr sz="2400">
                <a:solidFill>
                  <a:schemeClr val="tx1"/>
                </a:solidFill>
                <a:latin typeface="Times New Roman" panose="02020603050405020304" pitchFamily="18" charset="0"/>
              </a:defRPr>
            </a:lvl4pPr>
            <a:lvl5pPr marL="2800350" indent="-457200">
              <a:defRPr sz="2400">
                <a:solidFill>
                  <a:schemeClr val="tx1"/>
                </a:solidFill>
                <a:latin typeface="Times New Roman" panose="02020603050405020304" pitchFamily="18" charset="0"/>
              </a:defRPr>
            </a:lvl5pPr>
            <a:lvl6pPr marL="3257550" indent="-457200" eaLnBrk="0" fontAlgn="base" hangingPunct="0">
              <a:spcBef>
                <a:spcPct val="0"/>
              </a:spcBef>
              <a:spcAft>
                <a:spcPct val="0"/>
              </a:spcAft>
              <a:defRPr sz="2400">
                <a:solidFill>
                  <a:schemeClr val="tx1"/>
                </a:solidFill>
                <a:latin typeface="Times New Roman" panose="02020603050405020304" pitchFamily="18" charset="0"/>
              </a:defRPr>
            </a:lvl6pPr>
            <a:lvl7pPr marL="3714750" indent="-457200" eaLnBrk="0" fontAlgn="base" hangingPunct="0">
              <a:spcBef>
                <a:spcPct val="0"/>
              </a:spcBef>
              <a:spcAft>
                <a:spcPct val="0"/>
              </a:spcAft>
              <a:defRPr sz="2400">
                <a:solidFill>
                  <a:schemeClr val="tx1"/>
                </a:solidFill>
                <a:latin typeface="Times New Roman" panose="02020603050405020304" pitchFamily="18" charset="0"/>
              </a:defRPr>
            </a:lvl7pPr>
            <a:lvl8pPr marL="4171950" indent="-457200" eaLnBrk="0" fontAlgn="base" hangingPunct="0">
              <a:spcBef>
                <a:spcPct val="0"/>
              </a:spcBef>
              <a:spcAft>
                <a:spcPct val="0"/>
              </a:spcAft>
              <a:defRPr sz="2400">
                <a:solidFill>
                  <a:schemeClr val="tx1"/>
                </a:solidFill>
                <a:latin typeface="Times New Roman" panose="02020603050405020304" pitchFamily="18" charset="0"/>
              </a:defRPr>
            </a:lvl8pPr>
            <a:lvl9pPr marL="4629150" indent="-4572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b="1" dirty="0">
              <a:solidFill>
                <a:schemeClr val="accent2"/>
              </a:solidFill>
              <a:latin typeface="Arial" panose="020B0604020202020204" pitchFamily="34" charset="0"/>
              <a:cs typeface="Arial" panose="020B0604020202020204" pitchFamily="34" charset="0"/>
            </a:endParaRPr>
          </a:p>
          <a:p>
            <a:pPr marL="857250" lvl="3" indent="-285750" defTabSz="455613" fontAlgn="base">
              <a:spcAft>
                <a:spcPct val="0"/>
              </a:spcAft>
              <a:buClr>
                <a:schemeClr val="tx1"/>
              </a:buClr>
              <a:buFont typeface="Arial" panose="020B0604020202020204" pitchFamily="34" charset="0"/>
              <a:buChar char="•"/>
              <a:defRPr/>
            </a:pPr>
            <a:r>
              <a:rPr lang="en-US" altLang="en-US" sz="1500" dirty="0" smtClean="0">
                <a:latin typeface="+mn-lt"/>
              </a:rPr>
              <a:t>Pulling in loops produce Kinks, which weakens the hose</a:t>
            </a:r>
          </a:p>
          <a:p>
            <a:pPr marL="857250" lvl="3" indent="-285750" defTabSz="455613" fontAlgn="base">
              <a:spcAft>
                <a:spcPct val="0"/>
              </a:spcAft>
              <a:buClr>
                <a:schemeClr val="tx1"/>
              </a:buClr>
              <a:buFont typeface="Arial" panose="020B0604020202020204" pitchFamily="34" charset="0"/>
              <a:buChar char="•"/>
              <a:defRPr/>
            </a:pPr>
            <a:r>
              <a:rPr lang="en-US" altLang="en-US" sz="1500" dirty="0" smtClean="0">
                <a:latin typeface="+mn-lt"/>
              </a:rPr>
              <a:t>Avoid temperature extremes on hoses</a:t>
            </a:r>
          </a:p>
          <a:p>
            <a:pPr marL="857250" lvl="3" indent="-285750" defTabSz="455613" fontAlgn="base">
              <a:spcAft>
                <a:spcPct val="0"/>
              </a:spcAft>
              <a:buClr>
                <a:schemeClr val="tx1"/>
              </a:buClr>
              <a:buFont typeface="Arial" panose="020B0604020202020204" pitchFamily="34" charset="0"/>
              <a:buChar char="•"/>
              <a:defRPr/>
            </a:pPr>
            <a:r>
              <a:rPr lang="en-US" altLang="en-US" sz="1500" dirty="0" smtClean="0">
                <a:latin typeface="+mn-lt"/>
              </a:rPr>
              <a:t>Re-ending of HP hoses prohibited</a:t>
            </a:r>
          </a:p>
          <a:p>
            <a:pPr marL="857250" lvl="3" indent="-285750" defTabSz="455613" fontAlgn="base">
              <a:spcAft>
                <a:spcPct val="0"/>
              </a:spcAft>
              <a:buClr>
                <a:schemeClr val="tx1"/>
              </a:buClr>
              <a:buFont typeface="Arial" panose="020B0604020202020204" pitchFamily="34" charset="0"/>
              <a:buChar char="•"/>
              <a:defRPr/>
            </a:pPr>
            <a:r>
              <a:rPr lang="en-US" altLang="en-US" sz="1500" dirty="0" smtClean="0">
                <a:latin typeface="+mn-lt"/>
              </a:rPr>
              <a:t>TEST regularly  and INSPECT before use as a unit ( with couplings, whip checks…)</a:t>
            </a:r>
            <a:endParaRPr lang="en-US" altLang="en-US" sz="1500" dirty="0">
              <a:latin typeface="+mn-lt"/>
            </a:endParaRPr>
          </a:p>
          <a:p>
            <a:pPr marL="857250" lvl="3" indent="-285750" defTabSz="455613" fontAlgn="base">
              <a:lnSpc>
                <a:spcPct val="150000"/>
              </a:lnSpc>
              <a:spcAft>
                <a:spcPct val="0"/>
              </a:spcAft>
              <a:buClr>
                <a:schemeClr val="tx1"/>
              </a:buClr>
              <a:buFont typeface="Arial" panose="020B0604020202020204" pitchFamily="34" charset="0"/>
              <a:buChar char="•"/>
              <a:defRPr/>
            </a:pPr>
            <a:endParaRPr lang="en-US" altLang="en-US" sz="1500" dirty="0">
              <a:latin typeface="+mn-lt"/>
            </a:endParaRPr>
          </a:p>
        </p:txBody>
      </p:sp>
      <p:sp>
        <p:nvSpPr>
          <p:cNvPr id="9" name="Rectangle 8"/>
          <p:cNvSpPr/>
          <p:nvPr/>
        </p:nvSpPr>
        <p:spPr>
          <a:xfrm>
            <a:off x="377624" y="664908"/>
            <a:ext cx="3842719"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HOSES</a:t>
            </a:r>
            <a:endParaRPr lang="en-US" sz="2000" cap="all" dirty="0">
              <a:solidFill>
                <a:schemeClr val="tx2"/>
              </a:solidFill>
              <a:latin typeface="+mj-lt"/>
              <a:ea typeface="+mj-ea"/>
              <a:cs typeface="+mj-cs"/>
            </a:endParaRPr>
          </a:p>
        </p:txBody>
      </p:sp>
      <p:pic>
        <p:nvPicPr>
          <p:cNvPr id="2" name="Picture 1"/>
          <p:cNvPicPr>
            <a:picLocks noChangeAspect="1"/>
          </p:cNvPicPr>
          <p:nvPr/>
        </p:nvPicPr>
        <p:blipFill>
          <a:blip r:embed="rId2"/>
          <a:stretch>
            <a:fillRect/>
          </a:stretch>
        </p:blipFill>
        <p:spPr>
          <a:xfrm>
            <a:off x="524429" y="2113957"/>
            <a:ext cx="2483766" cy="1877045"/>
          </a:xfrm>
          <a:prstGeom prst="rect">
            <a:avLst/>
          </a:prstGeom>
        </p:spPr>
      </p:pic>
      <p:pic>
        <p:nvPicPr>
          <p:cNvPr id="4" name="Picture 3"/>
          <p:cNvPicPr>
            <a:picLocks noChangeAspect="1"/>
          </p:cNvPicPr>
          <p:nvPr/>
        </p:nvPicPr>
        <p:blipFill rotWithShape="1">
          <a:blip r:embed="rId3"/>
          <a:srcRect r="51074" b="16993"/>
          <a:stretch/>
        </p:blipFill>
        <p:spPr>
          <a:xfrm>
            <a:off x="3359943" y="2160670"/>
            <a:ext cx="2314039" cy="1819179"/>
          </a:xfrm>
          <a:prstGeom prst="rect">
            <a:avLst/>
          </a:prstGeom>
        </p:spPr>
      </p:pic>
      <p:sp>
        <p:nvSpPr>
          <p:cNvPr id="5" name="TextBox 4"/>
          <p:cNvSpPr txBox="1"/>
          <p:nvPr/>
        </p:nvSpPr>
        <p:spPr bwMode="auto">
          <a:xfrm>
            <a:off x="990957" y="3926104"/>
            <a:ext cx="223848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kern="0" dirty="0" smtClean="0">
                <a:solidFill>
                  <a:schemeClr val="accent6"/>
                </a:solidFill>
              </a:rPr>
              <a:t>Kinked hose</a:t>
            </a:r>
          </a:p>
        </p:txBody>
      </p:sp>
      <p:pic>
        <p:nvPicPr>
          <p:cNvPr id="6" name="Picture 5"/>
          <p:cNvPicPr>
            <a:picLocks noChangeAspect="1"/>
          </p:cNvPicPr>
          <p:nvPr/>
        </p:nvPicPr>
        <p:blipFill>
          <a:blip r:embed="rId4"/>
          <a:stretch>
            <a:fillRect/>
          </a:stretch>
        </p:blipFill>
        <p:spPr>
          <a:xfrm>
            <a:off x="364195" y="4265254"/>
            <a:ext cx="2636743" cy="1872592"/>
          </a:xfrm>
          <a:prstGeom prst="rect">
            <a:avLst/>
          </a:prstGeom>
        </p:spPr>
      </p:pic>
      <p:pic>
        <p:nvPicPr>
          <p:cNvPr id="7" name="Picture 6"/>
          <p:cNvPicPr>
            <a:picLocks noChangeAspect="1"/>
          </p:cNvPicPr>
          <p:nvPr/>
        </p:nvPicPr>
        <p:blipFill>
          <a:blip r:embed="rId5"/>
          <a:stretch>
            <a:fillRect/>
          </a:stretch>
        </p:blipFill>
        <p:spPr>
          <a:xfrm>
            <a:off x="3471575" y="4226533"/>
            <a:ext cx="2683659" cy="2022260"/>
          </a:xfrm>
          <a:prstGeom prst="rect">
            <a:avLst/>
          </a:prstGeom>
        </p:spPr>
      </p:pic>
      <p:sp>
        <p:nvSpPr>
          <p:cNvPr id="15" name="TextBox 14"/>
          <p:cNvSpPr txBox="1"/>
          <p:nvPr/>
        </p:nvSpPr>
        <p:spPr bwMode="auto">
          <a:xfrm>
            <a:off x="1046850" y="6168868"/>
            <a:ext cx="223848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kern="0" dirty="0" smtClean="0">
                <a:solidFill>
                  <a:schemeClr val="accent6"/>
                </a:solidFill>
              </a:rPr>
              <a:t>Squashed hose</a:t>
            </a:r>
          </a:p>
        </p:txBody>
      </p:sp>
      <p:sp>
        <p:nvSpPr>
          <p:cNvPr id="16" name="TextBox 15"/>
          <p:cNvSpPr txBox="1"/>
          <p:nvPr/>
        </p:nvSpPr>
        <p:spPr bwMode="auto">
          <a:xfrm>
            <a:off x="4024265" y="6131117"/>
            <a:ext cx="223848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kern="0" dirty="0" smtClean="0">
                <a:solidFill>
                  <a:schemeClr val="accent6"/>
                </a:solidFill>
              </a:rPr>
              <a:t>Twisted hose</a:t>
            </a:r>
          </a:p>
        </p:txBody>
      </p:sp>
      <p:pic>
        <p:nvPicPr>
          <p:cNvPr id="8" name="Picture 7"/>
          <p:cNvPicPr>
            <a:picLocks noChangeAspect="1"/>
          </p:cNvPicPr>
          <p:nvPr/>
        </p:nvPicPr>
        <p:blipFill>
          <a:blip r:embed="rId6"/>
          <a:stretch>
            <a:fillRect/>
          </a:stretch>
        </p:blipFill>
        <p:spPr>
          <a:xfrm>
            <a:off x="9225132" y="3702355"/>
            <a:ext cx="2642096" cy="1941842"/>
          </a:xfrm>
          <a:prstGeom prst="rect">
            <a:avLst/>
          </a:prstGeom>
        </p:spPr>
      </p:pic>
      <p:sp>
        <p:nvSpPr>
          <p:cNvPr id="18" name="TextBox 17"/>
          <p:cNvSpPr txBox="1"/>
          <p:nvPr/>
        </p:nvSpPr>
        <p:spPr bwMode="auto">
          <a:xfrm>
            <a:off x="9518888" y="5634406"/>
            <a:ext cx="234834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kern="0" dirty="0" smtClean="0">
                <a:solidFill>
                  <a:schemeClr val="accent6"/>
                </a:solidFill>
              </a:rPr>
              <a:t>Use hose feed guide to protect from sharp edges </a:t>
            </a:r>
          </a:p>
        </p:txBody>
      </p:sp>
      <p:sp>
        <p:nvSpPr>
          <p:cNvPr id="19" name="TextBox 18"/>
          <p:cNvSpPr txBox="1"/>
          <p:nvPr/>
        </p:nvSpPr>
        <p:spPr bwMode="auto">
          <a:xfrm>
            <a:off x="3694165" y="3937000"/>
            <a:ext cx="223848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kern="0" dirty="0" smtClean="0">
                <a:solidFill>
                  <a:schemeClr val="accent6"/>
                </a:solidFill>
              </a:rPr>
              <a:t>Stretched hose</a:t>
            </a:r>
          </a:p>
        </p:txBody>
      </p:sp>
      <p:pic>
        <p:nvPicPr>
          <p:cNvPr id="10" name="Picture 9"/>
          <p:cNvPicPr>
            <a:picLocks noChangeAspect="1"/>
          </p:cNvPicPr>
          <p:nvPr/>
        </p:nvPicPr>
        <p:blipFill rotWithShape="1">
          <a:blip r:embed="rId7"/>
          <a:srcRect b="11614"/>
          <a:stretch/>
        </p:blipFill>
        <p:spPr>
          <a:xfrm>
            <a:off x="9096556" y="1350697"/>
            <a:ext cx="2634805" cy="1903182"/>
          </a:xfrm>
          <a:prstGeom prst="rect">
            <a:avLst/>
          </a:prstGeom>
        </p:spPr>
      </p:pic>
      <p:sp>
        <p:nvSpPr>
          <p:cNvPr id="21" name="TextBox 20"/>
          <p:cNvSpPr txBox="1"/>
          <p:nvPr/>
        </p:nvSpPr>
        <p:spPr bwMode="auto">
          <a:xfrm>
            <a:off x="9461618" y="3310605"/>
            <a:ext cx="26731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kern="0" dirty="0" smtClean="0">
                <a:solidFill>
                  <a:schemeClr val="accent6"/>
                </a:solidFill>
              </a:rPr>
              <a:t>Correctly stored hoses</a:t>
            </a:r>
          </a:p>
        </p:txBody>
      </p:sp>
      <p:pic>
        <p:nvPicPr>
          <p:cNvPr id="11" name="Picture 10"/>
          <p:cNvPicPr>
            <a:picLocks noChangeAspect="1"/>
          </p:cNvPicPr>
          <p:nvPr/>
        </p:nvPicPr>
        <p:blipFill>
          <a:blip r:embed="rId8"/>
          <a:stretch>
            <a:fillRect/>
          </a:stretch>
        </p:blipFill>
        <p:spPr>
          <a:xfrm>
            <a:off x="6269010" y="2260320"/>
            <a:ext cx="2377059" cy="1741525"/>
          </a:xfrm>
          <a:prstGeom prst="rect">
            <a:avLst/>
          </a:prstGeom>
        </p:spPr>
      </p:pic>
      <p:sp>
        <p:nvSpPr>
          <p:cNvPr id="23" name="TextBox 22"/>
          <p:cNvSpPr txBox="1"/>
          <p:nvPr/>
        </p:nvSpPr>
        <p:spPr bwMode="auto">
          <a:xfrm>
            <a:off x="6918471" y="3916411"/>
            <a:ext cx="223848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kern="0" dirty="0" smtClean="0">
                <a:solidFill>
                  <a:schemeClr val="accent6"/>
                </a:solidFill>
              </a:rPr>
              <a:t>Damaged hose</a:t>
            </a:r>
          </a:p>
        </p:txBody>
      </p:sp>
      <p:sp>
        <p:nvSpPr>
          <p:cNvPr id="3" name="TextBox 2"/>
          <p:cNvSpPr txBox="1"/>
          <p:nvPr/>
        </p:nvSpPr>
        <p:spPr bwMode="auto">
          <a:xfrm>
            <a:off x="6840959" y="5666025"/>
            <a:ext cx="219707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algn="l"/>
            <a:r>
              <a:rPr lang="en-US" sz="1600" b="1" kern="0" dirty="0" smtClean="0">
                <a:solidFill>
                  <a:schemeClr val="accent6"/>
                </a:solidFill>
              </a:rPr>
              <a:t>ATT-9 HPWJ equipment details</a:t>
            </a:r>
          </a:p>
        </p:txBody>
      </p:sp>
    </p:spTree>
    <p:extLst>
      <p:ext uri="{BB962C8B-B14F-4D97-AF65-F5344CB8AC3E}">
        <p14:creationId xmlns:p14="http://schemas.microsoft.com/office/powerpoint/2010/main" val="7056635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5" name="Rectangle 3"/>
          <p:cNvSpPr>
            <a:spLocks noChangeArrowheads="1"/>
          </p:cNvSpPr>
          <p:nvPr/>
        </p:nvSpPr>
        <p:spPr bwMode="auto">
          <a:xfrm>
            <a:off x="3173414" y="6415089"/>
            <a:ext cx="4484687" cy="5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6"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7"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8" name="Rectangle 8"/>
          <p:cNvSpPr>
            <a:spLocks noChangeArrowheads="1"/>
          </p:cNvSpPr>
          <p:nvPr/>
        </p:nvSpPr>
        <p:spPr bwMode="auto">
          <a:xfrm>
            <a:off x="3079751" y="1200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9" name="Rectangle 18"/>
          <p:cNvSpPr>
            <a:spLocks noChangeArrowheads="1"/>
          </p:cNvSpPr>
          <p:nvPr/>
        </p:nvSpPr>
        <p:spPr bwMode="auto">
          <a:xfrm>
            <a:off x="6146801" y="-847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20" name="Rectangle 21"/>
          <p:cNvSpPr>
            <a:spLocks noChangeArrowheads="1"/>
          </p:cNvSpPr>
          <p:nvPr/>
        </p:nvSpPr>
        <p:spPr bwMode="auto">
          <a:xfrm>
            <a:off x="6146801" y="1438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pSp>
        <p:nvGrpSpPr>
          <p:cNvPr id="13321" name="Group 13"/>
          <p:cNvGrpSpPr>
            <a:grpSpLocks/>
          </p:cNvGrpSpPr>
          <p:nvPr/>
        </p:nvGrpSpPr>
        <p:grpSpPr bwMode="auto">
          <a:xfrm>
            <a:off x="1518723" y="1278583"/>
            <a:ext cx="8231513" cy="3040063"/>
            <a:chOff x="343344" y="579748"/>
            <a:chExt cx="8231495" cy="3040540"/>
          </a:xfrm>
        </p:grpSpPr>
        <p:pic>
          <p:nvPicPr>
            <p:cNvPr id="13327" name="Picture 7" descr="Hydro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332" y="654360"/>
              <a:ext cx="3514725"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8" name="Rectangle 9"/>
            <p:cNvSpPr>
              <a:spLocks noChangeArrowheads="1"/>
            </p:cNvSpPr>
            <p:nvPr/>
          </p:nvSpPr>
          <p:spPr bwMode="auto">
            <a:xfrm>
              <a:off x="343344" y="3318238"/>
              <a:ext cx="4453004" cy="277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dirty="0">
                  <a:solidFill>
                    <a:srgbClr val="800000"/>
                  </a:solidFill>
                  <a:latin typeface="Arial" panose="020B0604020202020204" pitchFamily="34" charset="0"/>
                  <a:ea typeface="Times New Roman" panose="02020603050405020304" pitchFamily="18" charset="0"/>
                  <a:cs typeface="Arial" panose="020B0604020202020204" pitchFamily="34" charset="0"/>
                </a:rPr>
                <a:t>Exchanger Tube Bundle Cleaning (</a:t>
              </a:r>
              <a:r>
                <a:rPr lang="en-US" altLang="en-US" sz="1200" dirty="0" smtClean="0">
                  <a:solidFill>
                    <a:srgbClr val="800000"/>
                  </a:solidFill>
                  <a:latin typeface="Arial" panose="020B0604020202020204" pitchFamily="34" charset="0"/>
                  <a:ea typeface="Times New Roman" panose="02020603050405020304" pitchFamily="18" charset="0"/>
                  <a:cs typeface="Arial" panose="020B0604020202020204" pitchFamily="34" charset="0"/>
                </a:rPr>
                <a:t>Flex-lancing demonstration)</a:t>
              </a:r>
              <a:endParaRPr lang="en-US" altLang="en-US" dirty="0">
                <a:ea typeface="Times New Roman" panose="02020603050405020304" pitchFamily="18" charset="0"/>
                <a:cs typeface="Arial" panose="020B0604020202020204" pitchFamily="34" charset="0"/>
              </a:endParaRPr>
            </a:p>
          </p:txBody>
        </p:sp>
        <p:pic>
          <p:nvPicPr>
            <p:cNvPr id="13329" name="Picture 11" descr="hydro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2800" y="579748"/>
              <a:ext cx="3885933" cy="2707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30" name="Group 12"/>
            <p:cNvGrpSpPr>
              <a:grpSpLocks/>
            </p:cNvGrpSpPr>
            <p:nvPr/>
          </p:nvGrpSpPr>
          <p:grpSpPr bwMode="auto">
            <a:xfrm>
              <a:off x="4847156" y="768039"/>
              <a:ext cx="2971800" cy="2357601"/>
              <a:chOff x="3141" y="9360"/>
              <a:chExt cx="4680" cy="3960"/>
            </a:xfrm>
          </p:grpSpPr>
          <p:sp>
            <p:nvSpPr>
              <p:cNvPr id="13332" name="Text Box 17"/>
              <p:cNvSpPr txBox="1">
                <a:spLocks noChangeArrowheads="1"/>
              </p:cNvSpPr>
              <p:nvPr/>
            </p:nvSpPr>
            <p:spPr bwMode="auto">
              <a:xfrm>
                <a:off x="6561" y="9360"/>
                <a:ext cx="1260" cy="540"/>
              </a:xfrm>
              <a:prstGeom prst="rect">
                <a:avLst/>
              </a:prstGeom>
              <a:solidFill>
                <a:srgbClr val="FFFFFF"/>
              </a:solidFill>
              <a:ln w="9525">
                <a:solidFill>
                  <a:srgbClr val="000000"/>
                </a:solidFill>
                <a:miter lim="800000"/>
                <a:headEnd/>
                <a:tailEnd/>
              </a:ln>
            </p:spPr>
            <p:txBody>
              <a:bodyPr/>
              <a:lstStyle>
                <a:lvl1pPr>
                  <a:tabLst>
                    <a:tab pos="5040313" algn="ctr"/>
                  </a:tabLst>
                  <a:defRPr sz="2400">
                    <a:solidFill>
                      <a:schemeClr val="tx1"/>
                    </a:solidFill>
                    <a:latin typeface="Times New Roman" panose="02020603050405020304" pitchFamily="18" charset="0"/>
                  </a:defRPr>
                </a:lvl1pPr>
                <a:lvl2pPr marL="742950" indent="-285750">
                  <a:tabLst>
                    <a:tab pos="5040313" algn="ctr"/>
                  </a:tabLst>
                  <a:defRPr sz="2400">
                    <a:solidFill>
                      <a:schemeClr val="tx1"/>
                    </a:solidFill>
                    <a:latin typeface="Times New Roman" panose="02020603050405020304" pitchFamily="18" charset="0"/>
                  </a:defRPr>
                </a:lvl2pPr>
                <a:lvl3pPr marL="1143000" indent="-228600">
                  <a:tabLst>
                    <a:tab pos="5040313" algn="ctr"/>
                  </a:tabLst>
                  <a:defRPr sz="2400">
                    <a:solidFill>
                      <a:schemeClr val="tx1"/>
                    </a:solidFill>
                    <a:latin typeface="Times New Roman" panose="02020603050405020304" pitchFamily="18" charset="0"/>
                  </a:defRPr>
                </a:lvl3pPr>
                <a:lvl4pPr marL="1600200" indent="-228600">
                  <a:tabLst>
                    <a:tab pos="5040313" algn="ctr"/>
                  </a:tabLst>
                  <a:defRPr sz="2400">
                    <a:solidFill>
                      <a:schemeClr val="tx1"/>
                    </a:solidFill>
                    <a:latin typeface="Times New Roman" panose="02020603050405020304" pitchFamily="18" charset="0"/>
                  </a:defRPr>
                </a:lvl4pPr>
                <a:lvl5pPr marL="2057400" indent="-228600">
                  <a:tabLst>
                    <a:tab pos="5040313" algn="ctr"/>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5040313" algn="ctr"/>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5040313" algn="ctr"/>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5040313" algn="ctr"/>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5040313" algn="ctr"/>
                  </a:tabLst>
                  <a:defRPr sz="2400">
                    <a:solidFill>
                      <a:schemeClr val="tx1"/>
                    </a:solidFill>
                    <a:latin typeface="Times New Roman" panose="02020603050405020304" pitchFamily="18" charset="0"/>
                  </a:defRPr>
                </a:lvl9pPr>
              </a:lstStyle>
              <a:p>
                <a:pPr algn="ctr"/>
                <a:r>
                  <a:rPr lang="en-AU" altLang="en-US" sz="900">
                    <a:latin typeface="Arial" panose="020B0604020202020204" pitchFamily="34" charset="0"/>
                    <a:ea typeface="Times New Roman" panose="02020603050405020304" pitchFamily="18" charset="0"/>
                    <a:cs typeface="Arial" panose="020B0604020202020204" pitchFamily="34" charset="0"/>
                  </a:rPr>
                  <a:t>Hose restrainers</a:t>
                </a:r>
                <a:endParaRPr lang="en-AU" altLang="en-US">
                  <a:ea typeface="Times New Roman" panose="02020603050405020304" pitchFamily="18" charset="0"/>
                  <a:cs typeface="Arial" panose="020B0604020202020204" pitchFamily="34" charset="0"/>
                </a:endParaRPr>
              </a:p>
            </p:txBody>
          </p:sp>
          <p:sp>
            <p:nvSpPr>
              <p:cNvPr id="13333" name="Line 16"/>
              <p:cNvSpPr>
                <a:spLocks noChangeShapeType="1"/>
              </p:cNvSpPr>
              <p:nvPr/>
            </p:nvSpPr>
            <p:spPr bwMode="auto">
              <a:xfrm flipV="1">
                <a:off x="4041" y="12420"/>
                <a:ext cx="1620" cy="54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4" name="Line 15"/>
              <p:cNvSpPr>
                <a:spLocks noChangeShapeType="1"/>
              </p:cNvSpPr>
              <p:nvPr/>
            </p:nvSpPr>
            <p:spPr bwMode="auto">
              <a:xfrm flipH="1">
                <a:off x="4221" y="9720"/>
                <a:ext cx="2340" cy="162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5" name="Line 14"/>
              <p:cNvSpPr>
                <a:spLocks noChangeShapeType="1"/>
              </p:cNvSpPr>
              <p:nvPr/>
            </p:nvSpPr>
            <p:spPr bwMode="auto">
              <a:xfrm>
                <a:off x="7281" y="10080"/>
                <a:ext cx="0" cy="90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6" name="Text Box 13"/>
              <p:cNvSpPr txBox="1">
                <a:spLocks noChangeArrowheads="1"/>
              </p:cNvSpPr>
              <p:nvPr/>
            </p:nvSpPr>
            <p:spPr bwMode="auto">
              <a:xfrm>
                <a:off x="3141" y="12960"/>
                <a:ext cx="1260" cy="360"/>
              </a:xfrm>
              <a:prstGeom prst="rect">
                <a:avLst/>
              </a:prstGeom>
              <a:solidFill>
                <a:srgbClr val="FFFFFF"/>
              </a:solidFill>
              <a:ln w="9525">
                <a:solidFill>
                  <a:srgbClr val="000000"/>
                </a:solidFill>
                <a:miter lim="800000"/>
                <a:headEnd/>
                <a:tailEnd/>
              </a:ln>
            </p:spPr>
            <p:txBody>
              <a:bodyPr/>
              <a:lstStyle>
                <a:lvl1pPr>
                  <a:tabLst>
                    <a:tab pos="5040313" algn="ctr"/>
                  </a:tabLst>
                  <a:defRPr sz="2400">
                    <a:solidFill>
                      <a:schemeClr val="tx1"/>
                    </a:solidFill>
                    <a:latin typeface="Times New Roman" panose="02020603050405020304" pitchFamily="18" charset="0"/>
                  </a:defRPr>
                </a:lvl1pPr>
                <a:lvl2pPr marL="742950" indent="-285750">
                  <a:tabLst>
                    <a:tab pos="5040313" algn="ctr"/>
                  </a:tabLst>
                  <a:defRPr sz="2400">
                    <a:solidFill>
                      <a:schemeClr val="tx1"/>
                    </a:solidFill>
                    <a:latin typeface="Times New Roman" panose="02020603050405020304" pitchFamily="18" charset="0"/>
                  </a:defRPr>
                </a:lvl2pPr>
                <a:lvl3pPr marL="1143000" indent="-228600">
                  <a:tabLst>
                    <a:tab pos="5040313" algn="ctr"/>
                  </a:tabLst>
                  <a:defRPr sz="2400">
                    <a:solidFill>
                      <a:schemeClr val="tx1"/>
                    </a:solidFill>
                    <a:latin typeface="Times New Roman" panose="02020603050405020304" pitchFamily="18" charset="0"/>
                  </a:defRPr>
                </a:lvl3pPr>
                <a:lvl4pPr marL="1600200" indent="-228600">
                  <a:tabLst>
                    <a:tab pos="5040313" algn="ctr"/>
                  </a:tabLst>
                  <a:defRPr sz="2400">
                    <a:solidFill>
                      <a:schemeClr val="tx1"/>
                    </a:solidFill>
                    <a:latin typeface="Times New Roman" panose="02020603050405020304" pitchFamily="18" charset="0"/>
                  </a:defRPr>
                </a:lvl4pPr>
                <a:lvl5pPr marL="2057400" indent="-228600">
                  <a:tabLst>
                    <a:tab pos="5040313" algn="ctr"/>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5040313" algn="ctr"/>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5040313" algn="ctr"/>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5040313" algn="ctr"/>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5040313" algn="ctr"/>
                  </a:tabLst>
                  <a:defRPr sz="2400">
                    <a:solidFill>
                      <a:schemeClr val="tx1"/>
                    </a:solidFill>
                    <a:latin typeface="Times New Roman" panose="02020603050405020304" pitchFamily="18" charset="0"/>
                  </a:defRPr>
                </a:lvl9pPr>
              </a:lstStyle>
              <a:p>
                <a:pPr algn="ctr"/>
                <a:r>
                  <a:rPr lang="en-AU" altLang="en-US" sz="900">
                    <a:latin typeface="Arial" panose="020B0604020202020204" pitchFamily="34" charset="0"/>
                    <a:ea typeface="Times New Roman" panose="02020603050405020304" pitchFamily="18" charset="0"/>
                    <a:cs typeface="Arial" panose="020B0604020202020204" pitchFamily="34" charset="0"/>
                  </a:rPr>
                  <a:t>Foot pedal</a:t>
                </a:r>
                <a:endParaRPr lang="en-AU" altLang="en-US">
                  <a:ea typeface="Times New Roman" panose="02020603050405020304" pitchFamily="18" charset="0"/>
                  <a:cs typeface="Arial" panose="020B0604020202020204" pitchFamily="34" charset="0"/>
                </a:endParaRPr>
              </a:p>
            </p:txBody>
          </p:sp>
        </p:grpSp>
        <p:sp>
          <p:nvSpPr>
            <p:cNvPr id="13331" name="Rectangle 22"/>
            <p:cNvSpPr>
              <a:spLocks noChangeArrowheads="1"/>
            </p:cNvSpPr>
            <p:nvPr/>
          </p:nvSpPr>
          <p:spPr bwMode="auto">
            <a:xfrm>
              <a:off x="4895014" y="3158623"/>
              <a:ext cx="36798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200">
                <a:solidFill>
                  <a:srgbClr val="800000"/>
                </a:solidFill>
                <a:latin typeface="Arial" panose="020B0604020202020204" pitchFamily="34" charset="0"/>
                <a:ea typeface="Times New Roman" panose="02020603050405020304" pitchFamily="18" charset="0"/>
                <a:cs typeface="Arial" panose="020B0604020202020204" pitchFamily="34" charset="0"/>
              </a:endParaRPr>
            </a:p>
            <a:p>
              <a:r>
                <a:rPr lang="en-US" altLang="en-US" sz="1200">
                  <a:solidFill>
                    <a:srgbClr val="800000"/>
                  </a:solidFill>
                  <a:latin typeface="Arial" panose="020B0604020202020204" pitchFamily="34" charset="0"/>
                  <a:ea typeface="Times New Roman" panose="02020603050405020304" pitchFamily="18" charset="0"/>
                  <a:cs typeface="Arial" panose="020B0604020202020204" pitchFamily="34" charset="0"/>
                </a:rPr>
                <a:t>Foot Pedal with Hose Restrainer</a:t>
              </a:r>
              <a:endParaRPr lang="en-US" altLang="en-US">
                <a:ea typeface="Times New Roman" panose="02020603050405020304" pitchFamily="18" charset="0"/>
                <a:cs typeface="Arial" panose="020B0604020202020204" pitchFamily="34" charset="0"/>
              </a:endParaRPr>
            </a:p>
          </p:txBody>
        </p:sp>
      </p:grpSp>
      <p:sp>
        <p:nvSpPr>
          <p:cNvPr id="13322" name="Rectangle 19"/>
          <p:cNvSpPr>
            <a:spLocks noChangeArrowheads="1"/>
          </p:cNvSpPr>
          <p:nvPr/>
        </p:nvSpPr>
        <p:spPr bwMode="auto">
          <a:xfrm>
            <a:off x="495860" y="4305745"/>
            <a:ext cx="11149083" cy="1849528"/>
          </a:xfrm>
          <a:prstGeom prst="rect">
            <a:avLst/>
          </a:prstGeom>
          <a:solidFill>
            <a:srgbClr val="00B0F0"/>
          </a:solidFill>
          <a:ln w="12700">
            <a:solidFill>
              <a:schemeClr val="tx1"/>
            </a:solidFill>
            <a:miter lim="800000"/>
            <a:headEnd/>
            <a:tailEnd/>
          </a:ln>
          <a:effectLst>
            <a:outerShdw dist="107763" dir="2700000" algn="ctr" rotWithShape="0">
              <a:schemeClr val="tx1"/>
            </a:outerShdw>
          </a:effectLst>
        </p:spPr>
        <p:txBody>
          <a:bodyPr lIns="92075" tIns="46038" rIns="92075" bIns="46038" anchor="ctr"/>
          <a:lstStyle/>
          <a:p>
            <a:pPr marL="285750" indent="-285750">
              <a:buFont typeface="Arial" panose="020B0604020202020204" pitchFamily="34" charset="0"/>
              <a:buChar char="•"/>
            </a:pPr>
            <a:r>
              <a:rPr lang="en-US" altLang="en-US" sz="1400" b="1" dirty="0">
                <a:solidFill>
                  <a:schemeClr val="bg1"/>
                </a:solidFill>
                <a:latin typeface="Arial Rounded MT Bold" panose="020F0704030504030204" pitchFamily="34" charset="0"/>
              </a:rPr>
              <a:t>An easily visible marker shall be affixed two feet from the nozzle end of the lance to indicate nozzle location as the line is being inserted or withdrawn from the tube being cleaned (mark is placed on the hose and not the lance).  High pressure shall be applied to the nozzle only when the lance is in the tube</a:t>
            </a:r>
            <a:r>
              <a:rPr lang="en-US" altLang="en-US" sz="1400" b="1" dirty="0" smtClean="0">
                <a:solidFill>
                  <a:schemeClr val="bg1"/>
                </a:solidFill>
                <a:latin typeface="Arial Rounded MT Bold" panose="020F0704030504030204" pitchFamily="34" charset="0"/>
              </a:rPr>
              <a:t>.</a:t>
            </a:r>
          </a:p>
          <a:p>
            <a:pPr marL="285750" indent="-285750">
              <a:buFont typeface="Arial" panose="020B0604020202020204" pitchFamily="34" charset="0"/>
              <a:buChar char="•"/>
            </a:pPr>
            <a:endParaRPr lang="en-US" altLang="en-US" sz="1400" b="1" dirty="0">
              <a:solidFill>
                <a:schemeClr val="bg1"/>
              </a:solidFill>
              <a:latin typeface="Arial Rounded MT Bold" panose="020F0704030504030204" pitchFamily="34" charset="0"/>
            </a:endParaRPr>
          </a:p>
          <a:p>
            <a:pPr marL="285750" indent="-285750">
              <a:buFont typeface="Arial" panose="020B0604020202020204" pitchFamily="34" charset="0"/>
              <a:buChar char="•"/>
            </a:pPr>
            <a:r>
              <a:rPr lang="en-US" altLang="en-US" sz="1400" b="1" dirty="0">
                <a:solidFill>
                  <a:schemeClr val="bg1"/>
                </a:solidFill>
                <a:latin typeface="Arial Rounded MT Bold" panose="020F0704030504030204" pitchFamily="34" charset="0"/>
              </a:rPr>
              <a:t>While moving the lance from one tube to the next, the water pressure should be reduced to less than 200 psig. This makes moving the lance easier and reduces exposure to the cutting action of the jets</a:t>
            </a:r>
            <a:r>
              <a:rPr lang="en-US" altLang="en-US" sz="1400" b="1" dirty="0" smtClean="0">
                <a:solidFill>
                  <a:schemeClr val="bg1"/>
                </a:solidFill>
                <a:latin typeface="Arial Rounded MT Bold" panose="020F0704030504030204" pitchFamily="34" charset="0"/>
              </a:rPr>
              <a:t>.</a:t>
            </a:r>
          </a:p>
          <a:p>
            <a:pPr marL="285750" indent="-285750">
              <a:buFont typeface="Arial" panose="020B0604020202020204" pitchFamily="34" charset="0"/>
              <a:buChar char="•"/>
            </a:pPr>
            <a:endParaRPr lang="en-US" altLang="en-US" sz="1400" b="1" dirty="0" smtClean="0">
              <a:solidFill>
                <a:schemeClr val="bg1"/>
              </a:solidFill>
              <a:latin typeface="Arial Rounded MT Bold" panose="020F0704030504030204" pitchFamily="34" charset="0"/>
            </a:endParaRPr>
          </a:p>
          <a:p>
            <a:pPr marL="285750" indent="-285750">
              <a:buFont typeface="Arial" panose="020B0604020202020204" pitchFamily="34" charset="0"/>
              <a:buChar char="•"/>
            </a:pPr>
            <a:r>
              <a:rPr lang="en-US" altLang="en-US" sz="1400" b="1" dirty="0" smtClean="0">
                <a:solidFill>
                  <a:schemeClr val="bg1"/>
                </a:solidFill>
                <a:latin typeface="Arial Rounded MT Bold" panose="020F0704030504030204" pitchFamily="34" charset="0"/>
              </a:rPr>
              <a:t>When hand held lancing the use of an anti-withdrawal/ejection device and lance guard  shall be used.</a:t>
            </a:r>
            <a:endParaRPr lang="en-US" altLang="en-US" sz="1400" b="1" dirty="0">
              <a:solidFill>
                <a:schemeClr val="bg1"/>
              </a:solidFill>
              <a:latin typeface="Arial Rounded MT Bold" panose="020F0704030504030204" pitchFamily="34" charset="0"/>
            </a:endParaRPr>
          </a:p>
        </p:txBody>
      </p:sp>
      <p:sp>
        <p:nvSpPr>
          <p:cNvPr id="25" name="Rectangle 24"/>
          <p:cNvSpPr/>
          <p:nvPr/>
        </p:nvSpPr>
        <p:spPr>
          <a:xfrm>
            <a:off x="377624" y="664908"/>
            <a:ext cx="5665333"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Specific to lancing</a:t>
            </a:r>
            <a:endParaRPr lang="en-US" sz="2000" cap="all" dirty="0">
              <a:solidFill>
                <a:schemeClr val="tx2"/>
              </a:solidFill>
              <a:latin typeface="+mj-lt"/>
              <a:ea typeface="+mj-ea"/>
              <a:cs typeface="+mj-cs"/>
            </a:endParaRPr>
          </a:p>
        </p:txBody>
      </p:sp>
    </p:spTree>
    <p:extLst>
      <p:ext uri="{BB962C8B-B14F-4D97-AF65-F5344CB8AC3E}">
        <p14:creationId xmlns:p14="http://schemas.microsoft.com/office/powerpoint/2010/main" val="4711557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6"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7"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8" name="Rectangle 8"/>
          <p:cNvSpPr>
            <a:spLocks noChangeArrowheads="1"/>
          </p:cNvSpPr>
          <p:nvPr/>
        </p:nvSpPr>
        <p:spPr bwMode="auto">
          <a:xfrm>
            <a:off x="3079751" y="1200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19" name="Rectangle 18"/>
          <p:cNvSpPr>
            <a:spLocks noChangeArrowheads="1"/>
          </p:cNvSpPr>
          <p:nvPr/>
        </p:nvSpPr>
        <p:spPr bwMode="auto">
          <a:xfrm>
            <a:off x="6146801" y="-847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3320" name="Rectangle 21"/>
          <p:cNvSpPr>
            <a:spLocks noChangeArrowheads="1"/>
          </p:cNvSpPr>
          <p:nvPr/>
        </p:nvSpPr>
        <p:spPr bwMode="auto">
          <a:xfrm>
            <a:off x="6146801" y="1438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5" name="Rectangle 24"/>
          <p:cNvSpPr/>
          <p:nvPr/>
        </p:nvSpPr>
        <p:spPr>
          <a:xfrm>
            <a:off x="377624" y="664908"/>
            <a:ext cx="3578224"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DO’s</a:t>
            </a:r>
            <a:endParaRPr lang="en-US" sz="2000" cap="all" dirty="0">
              <a:solidFill>
                <a:schemeClr val="tx2"/>
              </a:solidFill>
              <a:latin typeface="+mj-lt"/>
              <a:ea typeface="+mj-ea"/>
              <a:cs typeface="+mj-cs"/>
            </a:endParaRPr>
          </a:p>
        </p:txBody>
      </p:sp>
      <p:graphicFrame>
        <p:nvGraphicFramePr>
          <p:cNvPr id="2" name="Table 1"/>
          <p:cNvGraphicFramePr>
            <a:graphicFrameLocks noGrp="1"/>
          </p:cNvGraphicFramePr>
          <p:nvPr>
            <p:extLst>
              <p:ext uri="{D42A27DB-BD31-4B8C-83A1-F6EECF244321}">
                <p14:modId xmlns:p14="http://schemas.microsoft.com/office/powerpoint/2010/main" val="4158366247"/>
              </p:ext>
            </p:extLst>
          </p:nvPr>
        </p:nvGraphicFramePr>
        <p:xfrm>
          <a:off x="377624" y="1199225"/>
          <a:ext cx="11605109" cy="5191760"/>
        </p:xfrm>
        <a:graphic>
          <a:graphicData uri="http://schemas.openxmlformats.org/drawingml/2006/table">
            <a:tbl>
              <a:tblPr>
                <a:tableStyleId>{5C22544A-7EE6-4342-B048-85BDC9FD1C3A}</a:tableStyleId>
              </a:tblPr>
              <a:tblGrid>
                <a:gridCol w="11605109">
                  <a:extLst>
                    <a:ext uri="{9D8B030D-6E8A-4147-A177-3AD203B41FA5}">
                      <a16:colId xmlns:a16="http://schemas.microsoft.com/office/drawing/2014/main" val="1108196809"/>
                    </a:ext>
                  </a:extLst>
                </a:gridCol>
              </a:tblGrid>
              <a:tr h="70015">
                <a:tc>
                  <a:txBody>
                    <a:bodyPr/>
                    <a:lstStyle/>
                    <a:p>
                      <a:pPr marL="0" marR="0" algn="ctr">
                        <a:spcBef>
                          <a:spcPts val="0"/>
                        </a:spcBef>
                        <a:spcAft>
                          <a:spcPts val="0"/>
                        </a:spcAft>
                      </a:pPr>
                      <a:r>
                        <a:rPr lang="en-US" sz="1000" b="1" kern="1200">
                          <a:solidFill>
                            <a:schemeClr val="dk1"/>
                          </a:solidFill>
                          <a:effectLst/>
                          <a:latin typeface="+mn-lt"/>
                          <a:ea typeface="+mn-ea"/>
                          <a:cs typeface="+mn-cs"/>
                        </a:rPr>
                        <a:t>DO’s</a:t>
                      </a:r>
                    </a:p>
                  </a:txBody>
                  <a:tcPr marL="52420" marR="52420" marT="0" marB="0" anchor="ctr"/>
                </a:tc>
                <a:extLst>
                  <a:ext uri="{0D108BD9-81ED-4DB2-BD59-A6C34878D82A}">
                    <a16:rowId xmlns:a16="http://schemas.microsoft.com/office/drawing/2014/main" val="1587900795"/>
                  </a:ext>
                </a:extLst>
              </a:tr>
              <a:tr h="4884781">
                <a:tc>
                  <a:txBody>
                    <a:bodyPr/>
                    <a:lstStyle/>
                    <a:p>
                      <a:pPr marL="342900" marR="0" lvl="0" indent="-342900" rtl="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Undertake a formal JSA for all HPWJ activities and provide a Technical specification</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Contact the HPWJ authorizing person on the plant, obtain necessary permits and note special precautions.</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Erect barriers/tape off the working area at the safe distance and erect warning signs.</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Ensure that the water supply is adequate</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Check fluid levels on engine, gearbox and pump (lubrication oil, fuel and water)</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Lay out equipment and visually inspect it for damage (hoses, connections etc.), ensure all equipment is suitably earthed.</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Assemble equipment, checking all joints and ensuring whip restraint devices are fitted</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Ensure filters are clean.</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Fully prime equipment and bleed where necessary.</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Fit guns, lances and control valves correctly; visually check that correct size, type of nozzle and fittings are correct for the application.</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When cleaning of heat exchanger tubes, with long lance equipment always ensure a </a:t>
                      </a:r>
                      <a:r>
                        <a:rPr lang="en-US" sz="1200" b="1" kern="1200" dirty="0" err="1">
                          <a:solidFill>
                            <a:schemeClr val="dk1"/>
                          </a:solidFill>
                          <a:effectLst/>
                          <a:latin typeface="+mn-lt"/>
                          <a:ea typeface="+mn-ea"/>
                          <a:cs typeface="+mn-cs"/>
                        </a:rPr>
                        <a:t>coloured</a:t>
                      </a:r>
                      <a:r>
                        <a:rPr lang="en-US" sz="1200" b="1" kern="1200" dirty="0">
                          <a:solidFill>
                            <a:schemeClr val="dk1"/>
                          </a:solidFill>
                          <a:effectLst/>
                          <a:latin typeface="+mn-lt"/>
                          <a:ea typeface="+mn-ea"/>
                          <a:cs typeface="+mn-cs"/>
                        </a:rPr>
                        <a:t> tape marker or similar is fixed on the lance at 1 meter from the nozzle tip, in order to alert the operator to release pressure before completely withdrawing the hose from the tube on the return path.</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Increase pressure slowly until operating conditions are reached.</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Re-check hose couplings and joints for leaks.</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Rectify all leaks ensuring that the unit is shut down and line pressure released before making any adjustments.</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Ensure that all operatives are wearing required PPE (as specified on the work Permit and as required by the JSA).</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Regularly rotate team members’ positions to </a:t>
                      </a:r>
                      <a:r>
                        <a:rPr lang="en-US" sz="1200" b="1" kern="1200" dirty="0" err="1">
                          <a:solidFill>
                            <a:schemeClr val="dk1"/>
                          </a:solidFill>
                          <a:effectLst/>
                          <a:latin typeface="+mn-lt"/>
                          <a:ea typeface="+mn-ea"/>
                          <a:cs typeface="+mn-cs"/>
                        </a:rPr>
                        <a:t>minimise</a:t>
                      </a:r>
                      <a:r>
                        <a:rPr lang="en-US" sz="1200" b="1" kern="1200" dirty="0">
                          <a:solidFill>
                            <a:schemeClr val="dk1"/>
                          </a:solidFill>
                          <a:effectLst/>
                          <a:latin typeface="+mn-lt"/>
                          <a:ea typeface="+mn-ea"/>
                          <a:cs typeface="+mn-cs"/>
                        </a:rPr>
                        <a:t> fatigue.</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Regularly check operating conditions (oil, water pressure, condition of filters, pipe work, hoses.)</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Ensure that all pressure in lines is released on any shutdown.</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On completion strip down equipment and store in a clean condition.</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Clear the site of barriers, warning signs and debris to the satisfaction of the Permit Issuer</a:t>
                      </a:r>
                    </a:p>
                    <a:p>
                      <a:pPr marL="342900" marR="0" lvl="0" indent="-342900">
                        <a:spcBef>
                          <a:spcPts val="200"/>
                        </a:spcBef>
                        <a:spcAft>
                          <a:spcPts val="200"/>
                        </a:spcAft>
                        <a:buFont typeface="Symbol" panose="05050102010706020507" pitchFamily="18" charset="2"/>
                        <a:buChar char=""/>
                        <a:tabLst>
                          <a:tab pos="457200" algn="l"/>
                        </a:tabLst>
                      </a:pPr>
                      <a:r>
                        <a:rPr lang="en-US" sz="1200" b="1" kern="1200" dirty="0">
                          <a:solidFill>
                            <a:schemeClr val="dk1"/>
                          </a:solidFill>
                          <a:effectLst/>
                          <a:latin typeface="+mn-lt"/>
                          <a:ea typeface="+mn-ea"/>
                          <a:cs typeface="+mn-cs"/>
                        </a:rPr>
                        <a:t>On completion sign off all </a:t>
                      </a:r>
                      <a:r>
                        <a:rPr lang="en-US" sz="1200" b="1" kern="1200" dirty="0" smtClean="0">
                          <a:solidFill>
                            <a:schemeClr val="dk1"/>
                          </a:solidFill>
                          <a:effectLst/>
                          <a:latin typeface="+mn-lt"/>
                          <a:ea typeface="+mn-ea"/>
                          <a:cs typeface="+mn-cs"/>
                        </a:rPr>
                        <a:t>permits</a:t>
                      </a:r>
                      <a:r>
                        <a:rPr lang="en-US" sz="1000" b="1" kern="1200" dirty="0">
                          <a:solidFill>
                            <a:schemeClr val="dk1"/>
                          </a:solidFill>
                          <a:effectLst/>
                          <a:latin typeface="+mn-lt"/>
                          <a:ea typeface="+mn-ea"/>
                          <a:cs typeface="+mn-cs"/>
                        </a:rPr>
                        <a:t> </a:t>
                      </a:r>
                    </a:p>
                  </a:txBody>
                  <a:tcPr marL="52420" marR="52420" marT="0" marB="0" anchor="ctr"/>
                </a:tc>
                <a:extLst>
                  <a:ext uri="{0D108BD9-81ED-4DB2-BD59-A6C34878D82A}">
                    <a16:rowId xmlns:a16="http://schemas.microsoft.com/office/drawing/2014/main" val="1237816400"/>
                  </a:ext>
                </a:extLst>
              </a:tr>
            </a:tbl>
          </a:graphicData>
        </a:graphic>
      </p:graphicFrame>
    </p:spTree>
    <p:extLst>
      <p:ext uri="{BB962C8B-B14F-4D97-AF65-F5344CB8AC3E}">
        <p14:creationId xmlns:p14="http://schemas.microsoft.com/office/powerpoint/2010/main" val="17278836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39" name="Rectangle 3"/>
          <p:cNvSpPr>
            <a:spLocks noChangeArrowheads="1"/>
          </p:cNvSpPr>
          <p:nvPr/>
        </p:nvSpPr>
        <p:spPr bwMode="auto">
          <a:xfrm>
            <a:off x="3173414" y="6415089"/>
            <a:ext cx="4484687" cy="5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40"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52" name="Rectangle 19"/>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tabLst>
                <a:tab pos="457200" algn="l"/>
                <a:tab pos="571500" algn="l"/>
                <a:tab pos="685800" algn="l"/>
              </a:tabLst>
              <a:defRPr sz="2400">
                <a:solidFill>
                  <a:schemeClr val="tx1"/>
                </a:solidFill>
                <a:latin typeface="Times New Roman" panose="02020603050405020304" pitchFamily="18" charset="0"/>
              </a:defRPr>
            </a:lvl1pPr>
            <a:lvl2pPr marL="742950" indent="-285750">
              <a:tabLst>
                <a:tab pos="457200" algn="l"/>
                <a:tab pos="571500" algn="l"/>
                <a:tab pos="685800" algn="l"/>
              </a:tabLst>
              <a:defRPr sz="2400">
                <a:solidFill>
                  <a:schemeClr val="tx1"/>
                </a:solidFill>
                <a:latin typeface="Times New Roman" panose="02020603050405020304" pitchFamily="18" charset="0"/>
              </a:defRPr>
            </a:lvl2pPr>
            <a:lvl3pPr marL="1143000" indent="-228600">
              <a:tabLst>
                <a:tab pos="457200" algn="l"/>
                <a:tab pos="571500" algn="l"/>
                <a:tab pos="685800" algn="l"/>
              </a:tabLst>
              <a:defRPr sz="2400">
                <a:solidFill>
                  <a:schemeClr val="tx1"/>
                </a:solidFill>
                <a:latin typeface="Times New Roman" panose="02020603050405020304" pitchFamily="18" charset="0"/>
              </a:defRPr>
            </a:lvl3pPr>
            <a:lvl4pPr marL="1600200" indent="-228600">
              <a:tabLst>
                <a:tab pos="457200" algn="l"/>
                <a:tab pos="571500" algn="l"/>
                <a:tab pos="685800" algn="l"/>
              </a:tabLst>
              <a:defRPr sz="2400">
                <a:solidFill>
                  <a:schemeClr val="tx1"/>
                </a:solidFill>
                <a:latin typeface="Times New Roman" panose="02020603050405020304" pitchFamily="18" charset="0"/>
              </a:defRPr>
            </a:lvl4pPr>
            <a:lvl5pPr marL="2057400" indent="-228600">
              <a:tabLst>
                <a:tab pos="457200" algn="l"/>
                <a:tab pos="571500" algn="l"/>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9pPr>
          </a:lstStyle>
          <a:p>
            <a:endParaRPr lang="en-US" altLang="en-US"/>
          </a:p>
        </p:txBody>
      </p:sp>
      <p:sp>
        <p:nvSpPr>
          <p:cNvPr id="14353" name="Rectangle 24"/>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54" name="Rectangle 27"/>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55" name="Rectangle 28"/>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tabLst>
                <a:tab pos="457200" algn="l"/>
                <a:tab pos="571500" algn="l"/>
                <a:tab pos="685800" algn="l"/>
              </a:tabLst>
              <a:defRPr sz="2400">
                <a:solidFill>
                  <a:schemeClr val="tx1"/>
                </a:solidFill>
                <a:latin typeface="Times New Roman" panose="02020603050405020304" pitchFamily="18" charset="0"/>
              </a:defRPr>
            </a:lvl1pPr>
            <a:lvl2pPr marL="742950" indent="-285750">
              <a:tabLst>
                <a:tab pos="457200" algn="l"/>
                <a:tab pos="571500" algn="l"/>
                <a:tab pos="685800" algn="l"/>
              </a:tabLst>
              <a:defRPr sz="2400">
                <a:solidFill>
                  <a:schemeClr val="tx1"/>
                </a:solidFill>
                <a:latin typeface="Times New Roman" panose="02020603050405020304" pitchFamily="18" charset="0"/>
              </a:defRPr>
            </a:lvl2pPr>
            <a:lvl3pPr marL="1143000" indent="-228600">
              <a:tabLst>
                <a:tab pos="457200" algn="l"/>
                <a:tab pos="571500" algn="l"/>
                <a:tab pos="685800" algn="l"/>
              </a:tabLst>
              <a:defRPr sz="2400">
                <a:solidFill>
                  <a:schemeClr val="tx1"/>
                </a:solidFill>
                <a:latin typeface="Times New Roman" panose="02020603050405020304" pitchFamily="18" charset="0"/>
              </a:defRPr>
            </a:lvl3pPr>
            <a:lvl4pPr marL="1600200" indent="-228600">
              <a:tabLst>
                <a:tab pos="457200" algn="l"/>
                <a:tab pos="571500" algn="l"/>
                <a:tab pos="685800" algn="l"/>
              </a:tabLst>
              <a:defRPr sz="2400">
                <a:solidFill>
                  <a:schemeClr val="tx1"/>
                </a:solidFill>
                <a:latin typeface="Times New Roman" panose="02020603050405020304" pitchFamily="18" charset="0"/>
              </a:defRPr>
            </a:lvl4pPr>
            <a:lvl5pPr marL="2057400" indent="-228600">
              <a:tabLst>
                <a:tab pos="457200" algn="l"/>
                <a:tab pos="571500" algn="l"/>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9pPr>
          </a:lstStyle>
          <a:p>
            <a:endParaRPr lang="en-US" altLang="en-US"/>
          </a:p>
        </p:txBody>
      </p:sp>
      <p:sp>
        <p:nvSpPr>
          <p:cNvPr id="14356" name="Rectangle 31"/>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tabLst>
                <a:tab pos="457200" algn="l"/>
                <a:tab pos="571500" algn="l"/>
                <a:tab pos="685800" algn="l"/>
              </a:tabLst>
              <a:defRPr sz="2400">
                <a:solidFill>
                  <a:schemeClr val="tx1"/>
                </a:solidFill>
                <a:latin typeface="Times New Roman" panose="02020603050405020304" pitchFamily="18" charset="0"/>
              </a:defRPr>
            </a:lvl1pPr>
            <a:lvl2pPr marL="742950" indent="-285750">
              <a:tabLst>
                <a:tab pos="457200" algn="l"/>
                <a:tab pos="571500" algn="l"/>
                <a:tab pos="685800" algn="l"/>
              </a:tabLst>
              <a:defRPr sz="2400">
                <a:solidFill>
                  <a:schemeClr val="tx1"/>
                </a:solidFill>
                <a:latin typeface="Times New Roman" panose="02020603050405020304" pitchFamily="18" charset="0"/>
              </a:defRPr>
            </a:lvl2pPr>
            <a:lvl3pPr marL="1143000" indent="-228600">
              <a:tabLst>
                <a:tab pos="457200" algn="l"/>
                <a:tab pos="571500" algn="l"/>
                <a:tab pos="685800" algn="l"/>
              </a:tabLst>
              <a:defRPr sz="2400">
                <a:solidFill>
                  <a:schemeClr val="tx1"/>
                </a:solidFill>
                <a:latin typeface="Times New Roman" panose="02020603050405020304" pitchFamily="18" charset="0"/>
              </a:defRPr>
            </a:lvl3pPr>
            <a:lvl4pPr marL="1600200" indent="-228600">
              <a:tabLst>
                <a:tab pos="457200" algn="l"/>
                <a:tab pos="571500" algn="l"/>
                <a:tab pos="685800" algn="l"/>
              </a:tabLst>
              <a:defRPr sz="2400">
                <a:solidFill>
                  <a:schemeClr val="tx1"/>
                </a:solidFill>
                <a:latin typeface="Times New Roman" panose="02020603050405020304" pitchFamily="18" charset="0"/>
              </a:defRPr>
            </a:lvl4pPr>
            <a:lvl5pPr marL="2057400" indent="-228600">
              <a:tabLst>
                <a:tab pos="457200" algn="l"/>
                <a:tab pos="571500" algn="l"/>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9pPr>
          </a:lstStyle>
          <a:p>
            <a:endParaRPr lang="en-US" altLang="en-US"/>
          </a:p>
        </p:txBody>
      </p:sp>
      <p:sp>
        <p:nvSpPr>
          <p:cNvPr id="14357" name="Rectangle 34"/>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tabLst>
                <a:tab pos="457200" algn="l"/>
                <a:tab pos="571500" algn="l"/>
                <a:tab pos="685800" algn="l"/>
              </a:tabLst>
              <a:defRPr sz="2400">
                <a:solidFill>
                  <a:schemeClr val="tx1"/>
                </a:solidFill>
                <a:latin typeface="Times New Roman" panose="02020603050405020304" pitchFamily="18" charset="0"/>
              </a:defRPr>
            </a:lvl1pPr>
            <a:lvl2pPr marL="742950" indent="-285750">
              <a:tabLst>
                <a:tab pos="457200" algn="l"/>
                <a:tab pos="571500" algn="l"/>
                <a:tab pos="685800" algn="l"/>
              </a:tabLst>
              <a:defRPr sz="2400">
                <a:solidFill>
                  <a:schemeClr val="tx1"/>
                </a:solidFill>
                <a:latin typeface="Times New Roman" panose="02020603050405020304" pitchFamily="18" charset="0"/>
              </a:defRPr>
            </a:lvl2pPr>
            <a:lvl3pPr marL="1143000" indent="-228600">
              <a:tabLst>
                <a:tab pos="457200" algn="l"/>
                <a:tab pos="571500" algn="l"/>
                <a:tab pos="685800" algn="l"/>
              </a:tabLst>
              <a:defRPr sz="2400">
                <a:solidFill>
                  <a:schemeClr val="tx1"/>
                </a:solidFill>
                <a:latin typeface="Times New Roman" panose="02020603050405020304" pitchFamily="18" charset="0"/>
              </a:defRPr>
            </a:lvl3pPr>
            <a:lvl4pPr marL="1600200" indent="-228600">
              <a:tabLst>
                <a:tab pos="457200" algn="l"/>
                <a:tab pos="571500" algn="l"/>
                <a:tab pos="685800" algn="l"/>
              </a:tabLst>
              <a:defRPr sz="2400">
                <a:solidFill>
                  <a:schemeClr val="tx1"/>
                </a:solidFill>
                <a:latin typeface="Times New Roman" panose="02020603050405020304" pitchFamily="18" charset="0"/>
              </a:defRPr>
            </a:lvl4pPr>
            <a:lvl5pPr marL="2057400" indent="-228600">
              <a:tabLst>
                <a:tab pos="457200" algn="l"/>
                <a:tab pos="571500" algn="l"/>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9pPr>
          </a:lstStyle>
          <a:p>
            <a:endParaRPr lang="en-US" altLang="en-US"/>
          </a:p>
        </p:txBody>
      </p:sp>
      <p:sp>
        <p:nvSpPr>
          <p:cNvPr id="14358" name="Rectangle 37"/>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tabLst>
                <a:tab pos="457200" algn="l"/>
                <a:tab pos="571500" algn="l"/>
                <a:tab pos="685800" algn="l"/>
              </a:tabLst>
              <a:defRPr sz="2400">
                <a:solidFill>
                  <a:schemeClr val="tx1"/>
                </a:solidFill>
                <a:latin typeface="Times New Roman" panose="02020603050405020304" pitchFamily="18" charset="0"/>
              </a:defRPr>
            </a:lvl1pPr>
            <a:lvl2pPr marL="742950" indent="-285750">
              <a:tabLst>
                <a:tab pos="457200" algn="l"/>
                <a:tab pos="571500" algn="l"/>
                <a:tab pos="685800" algn="l"/>
              </a:tabLst>
              <a:defRPr sz="2400">
                <a:solidFill>
                  <a:schemeClr val="tx1"/>
                </a:solidFill>
                <a:latin typeface="Times New Roman" panose="02020603050405020304" pitchFamily="18" charset="0"/>
              </a:defRPr>
            </a:lvl2pPr>
            <a:lvl3pPr marL="1143000" indent="-228600">
              <a:tabLst>
                <a:tab pos="457200" algn="l"/>
                <a:tab pos="571500" algn="l"/>
                <a:tab pos="685800" algn="l"/>
              </a:tabLst>
              <a:defRPr sz="2400">
                <a:solidFill>
                  <a:schemeClr val="tx1"/>
                </a:solidFill>
                <a:latin typeface="Times New Roman" panose="02020603050405020304" pitchFamily="18" charset="0"/>
              </a:defRPr>
            </a:lvl3pPr>
            <a:lvl4pPr marL="1600200" indent="-228600">
              <a:tabLst>
                <a:tab pos="457200" algn="l"/>
                <a:tab pos="571500" algn="l"/>
                <a:tab pos="685800" algn="l"/>
              </a:tabLst>
              <a:defRPr sz="2400">
                <a:solidFill>
                  <a:schemeClr val="tx1"/>
                </a:solidFill>
                <a:latin typeface="Times New Roman" panose="02020603050405020304" pitchFamily="18" charset="0"/>
              </a:defRPr>
            </a:lvl4pPr>
            <a:lvl5pPr marL="2057400" indent="-228600">
              <a:tabLst>
                <a:tab pos="457200" algn="l"/>
                <a:tab pos="571500" algn="l"/>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9pPr>
          </a:lstStyle>
          <a:p>
            <a:endParaRPr lang="en-US" altLang="en-US"/>
          </a:p>
        </p:txBody>
      </p:sp>
      <p:sp>
        <p:nvSpPr>
          <p:cNvPr id="14359" name="Rectangle 42"/>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60" name="Rectangle 43"/>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tabLst>
                <a:tab pos="457200" algn="l"/>
                <a:tab pos="571500" algn="l"/>
                <a:tab pos="685800" algn="l"/>
              </a:tabLst>
              <a:defRPr sz="2400">
                <a:solidFill>
                  <a:schemeClr val="tx1"/>
                </a:solidFill>
                <a:latin typeface="Times New Roman" panose="02020603050405020304" pitchFamily="18" charset="0"/>
              </a:defRPr>
            </a:lvl1pPr>
            <a:lvl2pPr marL="742950" indent="-285750">
              <a:tabLst>
                <a:tab pos="457200" algn="l"/>
                <a:tab pos="571500" algn="l"/>
                <a:tab pos="685800" algn="l"/>
              </a:tabLst>
              <a:defRPr sz="2400">
                <a:solidFill>
                  <a:schemeClr val="tx1"/>
                </a:solidFill>
                <a:latin typeface="Times New Roman" panose="02020603050405020304" pitchFamily="18" charset="0"/>
              </a:defRPr>
            </a:lvl2pPr>
            <a:lvl3pPr marL="1143000" indent="-228600">
              <a:tabLst>
                <a:tab pos="457200" algn="l"/>
                <a:tab pos="571500" algn="l"/>
                <a:tab pos="685800" algn="l"/>
              </a:tabLst>
              <a:defRPr sz="2400">
                <a:solidFill>
                  <a:schemeClr val="tx1"/>
                </a:solidFill>
                <a:latin typeface="Times New Roman" panose="02020603050405020304" pitchFamily="18" charset="0"/>
              </a:defRPr>
            </a:lvl3pPr>
            <a:lvl4pPr marL="1600200" indent="-228600">
              <a:tabLst>
                <a:tab pos="457200" algn="l"/>
                <a:tab pos="571500" algn="l"/>
                <a:tab pos="685800" algn="l"/>
              </a:tabLst>
              <a:defRPr sz="2400">
                <a:solidFill>
                  <a:schemeClr val="tx1"/>
                </a:solidFill>
                <a:latin typeface="Times New Roman" panose="02020603050405020304" pitchFamily="18" charset="0"/>
              </a:defRPr>
            </a:lvl4pPr>
            <a:lvl5pPr marL="2057400" indent="-228600">
              <a:tabLst>
                <a:tab pos="457200" algn="l"/>
                <a:tab pos="571500" algn="l"/>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9pPr>
          </a:lstStyle>
          <a:p>
            <a:endParaRPr lang="en-US" altLang="en-US"/>
          </a:p>
        </p:txBody>
      </p:sp>
      <p:sp>
        <p:nvSpPr>
          <p:cNvPr id="14361" name="Rectangle 48"/>
          <p:cNvSpPr>
            <a:spLocks noChangeArrowheads="1"/>
          </p:cNvSpPr>
          <p:nvPr/>
        </p:nvSpPr>
        <p:spPr bwMode="auto">
          <a:xfrm>
            <a:off x="3838576" y="520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98" name="Rectangle 107"/>
          <p:cNvSpPr>
            <a:spLocks noChangeArrowheads="1"/>
          </p:cNvSpPr>
          <p:nvPr/>
        </p:nvSpPr>
        <p:spPr bwMode="auto">
          <a:xfrm>
            <a:off x="1524001" y="8248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99" name="Rectangle 108"/>
          <p:cNvSpPr>
            <a:spLocks noChangeArrowheads="1"/>
          </p:cNvSpPr>
          <p:nvPr/>
        </p:nvSpPr>
        <p:spPr bwMode="auto">
          <a:xfrm>
            <a:off x="1524000" y="1055688"/>
            <a:ext cx="755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200">
              <a:cs typeface="Times New Roman" panose="02020603050405020304" pitchFamily="18" charset="0"/>
            </a:endParaRPr>
          </a:p>
          <a:p>
            <a:r>
              <a:rPr lang="en-US" altLang="en-US" sz="1200">
                <a:cs typeface="Times New Roman" panose="02020603050405020304" pitchFamily="18" charset="0"/>
              </a:rPr>
              <a:t>               </a:t>
            </a:r>
            <a:endParaRPr lang="en-US" altLang="en-US"/>
          </a:p>
        </p:txBody>
      </p:sp>
      <p:sp>
        <p:nvSpPr>
          <p:cNvPr id="14400" name="Rectangle 109"/>
          <p:cNvSpPr>
            <a:spLocks noChangeArrowheads="1"/>
          </p:cNvSpPr>
          <p:nvPr/>
        </p:nvSpPr>
        <p:spPr bwMode="auto">
          <a:xfrm>
            <a:off x="1524001" y="47491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401" name="Rectangle 110"/>
          <p:cNvSpPr>
            <a:spLocks noChangeArrowheads="1"/>
          </p:cNvSpPr>
          <p:nvPr/>
        </p:nvSpPr>
        <p:spPr bwMode="auto">
          <a:xfrm>
            <a:off x="1524001" y="4975653"/>
            <a:ext cx="60785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457200" algn="l"/>
                <a:tab pos="571500" algn="l"/>
                <a:tab pos="685800" algn="l"/>
              </a:tabLst>
              <a:defRPr sz="2400">
                <a:solidFill>
                  <a:schemeClr val="tx1"/>
                </a:solidFill>
                <a:latin typeface="Times New Roman" panose="02020603050405020304" pitchFamily="18" charset="0"/>
              </a:defRPr>
            </a:lvl1pPr>
            <a:lvl2pPr marL="742950" indent="-285750">
              <a:tabLst>
                <a:tab pos="457200" algn="l"/>
                <a:tab pos="571500" algn="l"/>
                <a:tab pos="685800" algn="l"/>
              </a:tabLst>
              <a:defRPr sz="2400">
                <a:solidFill>
                  <a:schemeClr val="tx1"/>
                </a:solidFill>
                <a:latin typeface="Times New Roman" panose="02020603050405020304" pitchFamily="18" charset="0"/>
              </a:defRPr>
            </a:lvl2pPr>
            <a:lvl3pPr marL="1143000" indent="-228600">
              <a:tabLst>
                <a:tab pos="457200" algn="l"/>
                <a:tab pos="571500" algn="l"/>
                <a:tab pos="685800" algn="l"/>
              </a:tabLst>
              <a:defRPr sz="2400">
                <a:solidFill>
                  <a:schemeClr val="tx1"/>
                </a:solidFill>
                <a:latin typeface="Times New Roman" panose="02020603050405020304" pitchFamily="18" charset="0"/>
              </a:defRPr>
            </a:lvl3pPr>
            <a:lvl4pPr marL="1600200" indent="-228600">
              <a:tabLst>
                <a:tab pos="457200" algn="l"/>
                <a:tab pos="571500" algn="l"/>
                <a:tab pos="685800" algn="l"/>
              </a:tabLst>
              <a:defRPr sz="2400">
                <a:solidFill>
                  <a:schemeClr val="tx1"/>
                </a:solidFill>
                <a:latin typeface="Times New Roman" panose="02020603050405020304" pitchFamily="18" charset="0"/>
              </a:defRPr>
            </a:lvl4pPr>
            <a:lvl5pPr marL="2057400" indent="-228600">
              <a:tabLst>
                <a:tab pos="457200" algn="l"/>
                <a:tab pos="571500" algn="l"/>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 pos="571500" algn="l"/>
                <a:tab pos="685800" algn="l"/>
              </a:tabLst>
              <a:defRPr sz="2400">
                <a:solidFill>
                  <a:schemeClr val="tx1"/>
                </a:solidFill>
                <a:latin typeface="Times New Roman" panose="02020603050405020304" pitchFamily="18" charset="0"/>
              </a:defRPr>
            </a:lvl9pPr>
          </a:lstStyle>
          <a:p>
            <a:endParaRPr lang="en-US" altLang="en-US" sz="1200">
              <a:cs typeface="Arial" panose="020B0604020202020204" pitchFamily="34" charset="0"/>
            </a:endParaRPr>
          </a:p>
          <a:p>
            <a:r>
              <a:rPr lang="en-US" altLang="en-US" sz="1200">
                <a:cs typeface="Arial" panose="020B0604020202020204" pitchFamily="34" charset="0"/>
              </a:rPr>
              <a:t>           </a:t>
            </a:r>
            <a:endParaRPr lang="en-US" altLang="en-US" sz="1100"/>
          </a:p>
          <a:p>
            <a:endParaRPr lang="en-US" altLang="en-US"/>
          </a:p>
        </p:txBody>
      </p:sp>
      <p:sp>
        <p:nvSpPr>
          <p:cNvPr id="14402" name="Text Box 111"/>
          <p:cNvSpPr txBox="1">
            <a:spLocks noChangeArrowheads="1"/>
          </p:cNvSpPr>
          <p:nvPr/>
        </p:nvSpPr>
        <p:spPr bwMode="auto">
          <a:xfrm>
            <a:off x="7791450" y="5876925"/>
            <a:ext cx="222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a:p>
        </p:txBody>
      </p:sp>
      <p:sp>
        <p:nvSpPr>
          <p:cNvPr id="43" name="Rectangle 42"/>
          <p:cNvSpPr/>
          <p:nvPr/>
        </p:nvSpPr>
        <p:spPr>
          <a:xfrm>
            <a:off x="398037" y="667762"/>
            <a:ext cx="3998210"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DONT’s</a:t>
            </a:r>
            <a:endParaRPr lang="en-US" sz="2000" cap="all" dirty="0">
              <a:solidFill>
                <a:schemeClr val="tx2"/>
              </a:solidFill>
              <a:latin typeface="+mj-lt"/>
              <a:ea typeface="+mj-ea"/>
              <a:cs typeface="+mj-cs"/>
            </a:endParaRPr>
          </a:p>
        </p:txBody>
      </p:sp>
      <p:graphicFrame>
        <p:nvGraphicFramePr>
          <p:cNvPr id="22" name="Table 21"/>
          <p:cNvGraphicFramePr>
            <a:graphicFrameLocks noGrp="1"/>
          </p:cNvGraphicFramePr>
          <p:nvPr>
            <p:extLst>
              <p:ext uri="{D42A27DB-BD31-4B8C-83A1-F6EECF244321}">
                <p14:modId xmlns:p14="http://schemas.microsoft.com/office/powerpoint/2010/main" val="1105096352"/>
              </p:ext>
            </p:extLst>
          </p:nvPr>
        </p:nvGraphicFramePr>
        <p:xfrm>
          <a:off x="655093" y="1281113"/>
          <a:ext cx="11081982" cy="5098141"/>
        </p:xfrm>
        <a:graphic>
          <a:graphicData uri="http://schemas.openxmlformats.org/drawingml/2006/table">
            <a:tbl>
              <a:tblPr>
                <a:tableStyleId>{5C22544A-7EE6-4342-B048-85BDC9FD1C3A}</a:tableStyleId>
              </a:tblPr>
              <a:tblGrid>
                <a:gridCol w="11081982">
                  <a:extLst>
                    <a:ext uri="{9D8B030D-6E8A-4147-A177-3AD203B41FA5}">
                      <a16:colId xmlns:a16="http://schemas.microsoft.com/office/drawing/2014/main" val="1108196809"/>
                    </a:ext>
                  </a:extLst>
                </a:gridCol>
              </a:tblGrid>
              <a:tr h="141243">
                <a:tc>
                  <a:txBody>
                    <a:bodyPr/>
                    <a:lstStyle/>
                    <a:p>
                      <a:pPr marL="0" marR="0" algn="ctr">
                        <a:spcBef>
                          <a:spcPts val="0"/>
                        </a:spcBef>
                        <a:spcAft>
                          <a:spcPts val="0"/>
                        </a:spcAft>
                      </a:pPr>
                      <a:r>
                        <a:rPr lang="en-US" sz="1400" b="1" kern="1200" dirty="0">
                          <a:solidFill>
                            <a:schemeClr val="dk1"/>
                          </a:solidFill>
                          <a:effectLst/>
                          <a:latin typeface="+mn-lt"/>
                          <a:ea typeface="+mn-ea"/>
                          <a:cs typeface="+mn-cs"/>
                        </a:rPr>
                        <a:t>DONT’s</a:t>
                      </a:r>
                    </a:p>
                  </a:txBody>
                  <a:tcPr marL="68580" marR="68580" marT="0" marB="0" anchor="ctr"/>
                </a:tc>
                <a:extLst>
                  <a:ext uri="{0D108BD9-81ED-4DB2-BD59-A6C34878D82A}">
                    <a16:rowId xmlns:a16="http://schemas.microsoft.com/office/drawing/2014/main" val="1587900795"/>
                  </a:ext>
                </a:extLst>
              </a:tr>
              <a:tr h="4884781">
                <a:tc>
                  <a:txBody>
                    <a:bodyPr/>
                    <a:lstStyle/>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Commence work on site without the necessary permission and permits.</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Commence any jetting operation until warning signs are on show and the area is roped off.</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Operate without required PPE for eyes, head, ears, hands, feet and body.</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Run any equipment with any leakage whatsoever without rectifying the problem.</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Attempt to tighten any pressure joint whilst equipment is under pressure e.g. hose coupling, lance, nozzle tightening adjustments</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Bypass safety cut outs.</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Fail to check the reasons for ANY malfunction.  (Low water, blocked filters, low oil level etc.)</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Operate with guns and control valves not meeting requirements or functioning correctly (failing to shut off or leaking).</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Operate guns or control valves with the operating lever tied back, wedged or locked in the “ON” position.</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Operate with badly worn or undersize nozzles.</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Continue to operate if any </a:t>
                      </a:r>
                      <a:r>
                        <a:rPr lang="en-US" sz="1400" b="1" kern="1200" dirty="0" err="1">
                          <a:solidFill>
                            <a:schemeClr val="dk1"/>
                          </a:solidFill>
                          <a:effectLst/>
                          <a:latin typeface="+mn-lt"/>
                          <a:ea typeface="+mn-ea"/>
                          <a:cs typeface="+mn-cs"/>
                        </a:rPr>
                        <a:t>unauthorised</a:t>
                      </a:r>
                      <a:r>
                        <a:rPr lang="en-US" sz="1400" b="1" kern="1200" dirty="0">
                          <a:solidFill>
                            <a:schemeClr val="dk1"/>
                          </a:solidFill>
                          <a:effectLst/>
                          <a:latin typeface="+mn-lt"/>
                          <a:ea typeface="+mn-ea"/>
                          <a:cs typeface="+mn-cs"/>
                        </a:rPr>
                        <a:t> personnel enter the operating area.</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Operate equipment at power levels which can produce a reaction force greater than the operative can comfortably absorb.</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Leave equipment running unattended.</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Leave equipment unattended on site.</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Store unserviceable equipment .</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Leave the site in a dangerous or untidy condition.</a:t>
                      </a:r>
                    </a:p>
                    <a:p>
                      <a:pPr marL="342900" marR="0" lvl="0" indent="-342900" algn="l" defTabSz="1160924" rtl="0" eaLnBrk="1" latinLnBrk="0" hangingPunct="1">
                        <a:spcBef>
                          <a:spcPts val="200"/>
                        </a:spcBef>
                        <a:spcAft>
                          <a:spcPts val="200"/>
                        </a:spcAft>
                        <a:buFont typeface="Symbol" panose="05050102010706020507" pitchFamily="18" charset="2"/>
                        <a:buChar char=""/>
                        <a:tabLst>
                          <a:tab pos="457200" algn="l"/>
                        </a:tabLst>
                      </a:pPr>
                      <a:r>
                        <a:rPr lang="en-US" sz="1400" b="1" kern="1200" dirty="0">
                          <a:solidFill>
                            <a:schemeClr val="dk1"/>
                          </a:solidFill>
                          <a:effectLst/>
                          <a:latin typeface="+mn-lt"/>
                          <a:ea typeface="+mn-ea"/>
                          <a:cs typeface="+mn-cs"/>
                        </a:rPr>
                        <a:t>Leave site without notifying the work Permit issuer and signing off the Permit for the work.</a:t>
                      </a:r>
                    </a:p>
                    <a:p>
                      <a:pPr marL="0" marR="0" indent="-548640" algn="l">
                        <a:lnSpc>
                          <a:spcPts val="1200"/>
                        </a:lnSpc>
                        <a:spcBef>
                          <a:spcPts val="0"/>
                        </a:spcBef>
                        <a:spcAft>
                          <a:spcPts val="0"/>
                        </a:spcAft>
                        <a:tabLst>
                          <a:tab pos="914400" algn="l"/>
                          <a:tab pos="457200" algn="l"/>
                        </a:tabLst>
                      </a:pPr>
                      <a:r>
                        <a:rPr lang="en-US" sz="600" b="0" kern="0" dirty="0">
                          <a:effectLst/>
                          <a:latin typeface="SABIC Typeface Text Light" panose="020B0303060202020204" pitchFamily="34" charset="0"/>
                          <a:cs typeface="Times New Roman" panose="02020603050405020304" pitchFamily="18" charset="0"/>
                        </a:rPr>
                        <a:t> </a:t>
                      </a:r>
                      <a:endParaRPr lang="en-US" sz="1000" b="1" kern="0" dirty="0">
                        <a:effectLst/>
                        <a:latin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7816400"/>
                  </a:ext>
                </a:extLst>
              </a:tr>
            </a:tbl>
          </a:graphicData>
        </a:graphic>
      </p:graphicFrame>
    </p:spTree>
    <p:extLst>
      <p:ext uri="{BB962C8B-B14F-4D97-AF65-F5344CB8AC3E}">
        <p14:creationId xmlns:p14="http://schemas.microsoft.com/office/powerpoint/2010/main" val="4118795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238603221"/>
              </p:ext>
            </p:extLst>
          </p:nvPr>
        </p:nvGraphicFramePr>
        <p:xfrm>
          <a:off x="518614" y="1292873"/>
          <a:ext cx="11122926" cy="4935474"/>
        </p:xfrm>
        <a:graphic>
          <a:graphicData uri="http://schemas.openxmlformats.org/drawingml/2006/table">
            <a:tbl>
              <a:tblPr firstRow="1" bandRow="1">
                <a:tableStyleId>{5C22544A-7EE6-4342-B048-85BDC9FD1C3A}</a:tableStyleId>
              </a:tblPr>
              <a:tblGrid>
                <a:gridCol w="5308980">
                  <a:extLst>
                    <a:ext uri="{9D8B030D-6E8A-4147-A177-3AD203B41FA5}">
                      <a16:colId xmlns:a16="http://schemas.microsoft.com/office/drawing/2014/main" val="3290971506"/>
                    </a:ext>
                  </a:extLst>
                </a:gridCol>
                <a:gridCol w="5813946">
                  <a:extLst>
                    <a:ext uri="{9D8B030D-6E8A-4147-A177-3AD203B41FA5}">
                      <a16:colId xmlns:a16="http://schemas.microsoft.com/office/drawing/2014/main" val="1949706461"/>
                    </a:ext>
                  </a:extLst>
                </a:gridCol>
              </a:tblGrid>
              <a:tr h="370840">
                <a:tc>
                  <a:txBody>
                    <a:bodyPr/>
                    <a:lstStyle/>
                    <a:p>
                      <a:r>
                        <a:rPr lang="en-US" dirty="0" smtClean="0"/>
                        <a:t>STEP</a:t>
                      </a:r>
                      <a:endParaRPr lang="en-US" dirty="0"/>
                    </a:p>
                  </a:txBody>
                  <a:tcPr/>
                </a:tc>
                <a:tc>
                  <a:txBody>
                    <a:bodyPr/>
                    <a:lstStyle/>
                    <a:p>
                      <a:r>
                        <a:rPr lang="en-US" dirty="0" smtClean="0"/>
                        <a:t>RESPONSIBILITY</a:t>
                      </a:r>
                      <a:endParaRPr lang="en-US" dirty="0"/>
                    </a:p>
                  </a:txBody>
                  <a:tcPr/>
                </a:tc>
                <a:extLst>
                  <a:ext uri="{0D108BD9-81ED-4DB2-BD59-A6C34878D82A}">
                    <a16:rowId xmlns:a16="http://schemas.microsoft.com/office/drawing/2014/main" val="624362230"/>
                  </a:ext>
                </a:extLst>
              </a:tr>
              <a:tr h="370840">
                <a:tc>
                  <a:txBody>
                    <a:bodyPr/>
                    <a:lstStyle/>
                    <a:p>
                      <a:pPr marL="0" marR="269875" lvl="2" indent="0" algn="l" rtl="0" hangingPunct="0">
                        <a:spcBef>
                          <a:spcPts val="300"/>
                        </a:spcBef>
                        <a:spcAft>
                          <a:spcPts val="300"/>
                        </a:spcAft>
                        <a:buFont typeface="+mj-lt"/>
                        <a:buNone/>
                      </a:pPr>
                      <a:r>
                        <a:rPr lang="en-US" sz="1000" kern="1200" dirty="0">
                          <a:solidFill>
                            <a:schemeClr val="tx1"/>
                          </a:solidFill>
                          <a:latin typeface="+mn-lt"/>
                          <a:ea typeface="+mn-ea"/>
                          <a:cs typeface="+mn-cs"/>
                        </a:rPr>
                        <a:t>Assess alternative cleaning methods and if HPWJ selected, complete Technical form ATT-1</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Job requester and HPWJ authorizing person  (E.g. Maintenance Supervisor)</a:t>
                      </a:r>
                    </a:p>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Note: Apply safe alternate safe methods instead of HPWJ as far as possible, in consultation with process Engineering and Asset Engineering Department SME’s.</a:t>
                      </a:r>
                    </a:p>
                  </a:txBody>
                  <a:tcPr/>
                </a:tc>
                <a:extLst>
                  <a:ext uri="{0D108BD9-81ED-4DB2-BD59-A6C34878D82A}">
                    <a16:rowId xmlns:a16="http://schemas.microsoft.com/office/drawing/2014/main" val="4255321600"/>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Arrange/plan for HPWJ work with approved contractor</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HPWJ authorizing person </a:t>
                      </a:r>
                    </a:p>
                  </a:txBody>
                  <a:tcPr/>
                </a:tc>
                <a:extLst>
                  <a:ext uri="{0D108BD9-81ED-4DB2-BD59-A6C34878D82A}">
                    <a16:rowId xmlns:a16="http://schemas.microsoft.com/office/drawing/2014/main" val="335653946"/>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Off-site Contractor preparation (equipment, personnel, PPE, inspection, training, transport,)</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HPWJ Contractor Supervisor &amp; employees</a:t>
                      </a:r>
                    </a:p>
                  </a:txBody>
                  <a:tcPr/>
                </a:tc>
                <a:extLst>
                  <a:ext uri="{0D108BD9-81ED-4DB2-BD59-A6C34878D82A}">
                    <a16:rowId xmlns:a16="http://schemas.microsoft.com/office/drawing/2014/main" val="2982111479"/>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Prepare formal JSA/RA (Refer Table 4.1 guidelines), inspect equipment, Prepare for HPWJ set-up at site.  </a:t>
                      </a:r>
                    </a:p>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Complete work permit request </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HPWJ authorizing person  with Contractor Supervisor &amp; Safety team </a:t>
                      </a:r>
                    </a:p>
                  </a:txBody>
                  <a:tcPr/>
                </a:tc>
                <a:extLst>
                  <a:ext uri="{0D108BD9-81ED-4DB2-BD59-A6C34878D82A}">
                    <a16:rowId xmlns:a16="http://schemas.microsoft.com/office/drawing/2014/main" val="2589940377"/>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Review permit request and issue permit to set up site</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Site work permit issuer</a:t>
                      </a:r>
                    </a:p>
                  </a:txBody>
                  <a:tcPr/>
                </a:tc>
                <a:extLst>
                  <a:ext uri="{0D108BD9-81ED-4DB2-BD59-A6C34878D82A}">
                    <a16:rowId xmlns:a16="http://schemas.microsoft.com/office/drawing/2014/main" val="1436970283"/>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Set up site</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HPWJ Contractor Supervisor &amp; Safety team agreed by HPWJ authorizing person and area owner</a:t>
                      </a:r>
                    </a:p>
                  </a:txBody>
                  <a:tcPr/>
                </a:tc>
                <a:extLst>
                  <a:ext uri="{0D108BD9-81ED-4DB2-BD59-A6C34878D82A}">
                    <a16:rowId xmlns:a16="http://schemas.microsoft.com/office/drawing/2014/main" val="3651938034"/>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Review Field set up and fill up ATT-6 Pre-job HPWJ checklist </a:t>
                      </a:r>
                    </a:p>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Issue HPWJ work permit</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Work permit Issuer with support of HPWJ authorizing person and Contractor Supervisor </a:t>
                      </a:r>
                    </a:p>
                  </a:txBody>
                  <a:tcPr/>
                </a:tc>
                <a:extLst>
                  <a:ext uri="{0D108BD9-81ED-4DB2-BD59-A6C34878D82A}">
                    <a16:rowId xmlns:a16="http://schemas.microsoft.com/office/drawing/2014/main" val="280439238"/>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Perform HPWJ work complying to safe work practices &amp; site instructions</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HPWJ Contractor Supervisor &amp; employees</a:t>
                      </a:r>
                    </a:p>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HPWJ authorizing person  to supervise</a:t>
                      </a:r>
                    </a:p>
                  </a:txBody>
                  <a:tcPr/>
                </a:tc>
                <a:extLst>
                  <a:ext uri="{0D108BD9-81ED-4DB2-BD59-A6C34878D82A}">
                    <a16:rowId xmlns:a16="http://schemas.microsoft.com/office/drawing/2014/main" val="1558365791"/>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Remove equipment, restore site</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HPWJ Contractor Supervisor &amp; employees</a:t>
                      </a:r>
                    </a:p>
                  </a:txBody>
                  <a:tcPr/>
                </a:tc>
                <a:extLst>
                  <a:ext uri="{0D108BD9-81ED-4DB2-BD59-A6C34878D82A}">
                    <a16:rowId xmlns:a16="http://schemas.microsoft.com/office/drawing/2014/main" val="3544024741"/>
                  </a:ext>
                </a:extLst>
              </a:tr>
              <a:tr h="370840">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Return and sign-off permit</a:t>
                      </a:r>
                    </a:p>
                  </a:txBody>
                  <a:tcPr/>
                </a:tc>
                <a:tc>
                  <a:txBody>
                    <a:bodyPr/>
                    <a:lstStyle/>
                    <a:p>
                      <a:pPr marL="0" marR="269875" lvl="2" indent="0" algn="l" defTabSz="1160924" rtl="0" eaLnBrk="1" latinLnBrk="0" hangingPunct="0">
                        <a:spcBef>
                          <a:spcPts val="300"/>
                        </a:spcBef>
                        <a:spcAft>
                          <a:spcPts val="300"/>
                        </a:spcAft>
                        <a:buFont typeface="+mj-lt"/>
                        <a:buNone/>
                      </a:pPr>
                      <a:r>
                        <a:rPr lang="en-US" sz="1000" kern="1200" dirty="0">
                          <a:solidFill>
                            <a:schemeClr val="tx1"/>
                          </a:solidFill>
                          <a:latin typeface="+mn-lt"/>
                          <a:ea typeface="+mn-ea"/>
                          <a:cs typeface="+mn-cs"/>
                        </a:rPr>
                        <a:t>HPWJ Contractor Supervisor &amp; Safety team agreed by HPWJ authorizing </a:t>
                      </a:r>
                      <a:r>
                        <a:rPr lang="en-US" sz="1000" kern="1200" dirty="0" smtClean="0">
                          <a:solidFill>
                            <a:schemeClr val="tx1"/>
                          </a:solidFill>
                          <a:latin typeface="+mn-lt"/>
                          <a:ea typeface="+mn-ea"/>
                          <a:cs typeface="+mn-cs"/>
                        </a:rPr>
                        <a:t>person and </a:t>
                      </a:r>
                      <a:r>
                        <a:rPr lang="en-US" sz="1000" kern="1200" dirty="0">
                          <a:solidFill>
                            <a:schemeClr val="tx1"/>
                          </a:solidFill>
                          <a:latin typeface="+mn-lt"/>
                          <a:ea typeface="+mn-ea"/>
                          <a:cs typeface="+mn-cs"/>
                        </a:rPr>
                        <a:t>area owner</a:t>
                      </a:r>
                    </a:p>
                  </a:txBody>
                  <a:tcPr/>
                </a:tc>
                <a:extLst>
                  <a:ext uri="{0D108BD9-81ED-4DB2-BD59-A6C34878D82A}">
                    <a16:rowId xmlns:a16="http://schemas.microsoft.com/office/drawing/2014/main" val="161726440"/>
                  </a:ext>
                </a:extLst>
              </a:tr>
            </a:tbl>
          </a:graphicData>
        </a:graphic>
      </p:graphicFrame>
      <p:sp>
        <p:nvSpPr>
          <p:cNvPr id="7" name="Rectangle 6"/>
          <p:cNvSpPr/>
          <p:nvPr/>
        </p:nvSpPr>
        <p:spPr>
          <a:xfrm>
            <a:off x="398037" y="667762"/>
            <a:ext cx="4299575"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OVERVIEW</a:t>
            </a:r>
            <a:endParaRPr lang="en-US" sz="2000" cap="all" dirty="0">
              <a:solidFill>
                <a:schemeClr val="tx2"/>
              </a:solidFill>
              <a:latin typeface="+mj-lt"/>
              <a:ea typeface="+mj-ea"/>
              <a:cs typeface="+mj-cs"/>
            </a:endParaRPr>
          </a:p>
        </p:txBody>
      </p:sp>
    </p:spTree>
    <p:extLst>
      <p:ext uri="{BB962C8B-B14F-4D97-AF65-F5344CB8AC3E}">
        <p14:creationId xmlns:p14="http://schemas.microsoft.com/office/powerpoint/2010/main" val="23366771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5113321" y="1376621"/>
            <a:ext cx="1954823" cy="2334503"/>
            <a:chOff x="5113321" y="1480269"/>
            <a:chExt cx="2020266" cy="2412662"/>
          </a:xfrm>
        </p:grpSpPr>
        <p:sp>
          <p:nvSpPr>
            <p:cNvPr id="185" name="Rounded Rectangle 184"/>
            <p:cNvSpPr/>
            <p:nvPr/>
          </p:nvSpPr>
          <p:spPr bwMode="auto">
            <a:xfrm>
              <a:off x="5232737" y="1743774"/>
              <a:ext cx="1900850" cy="1739086"/>
            </a:xfrm>
            <a:prstGeom prst="roundRect">
              <a:avLst>
                <a:gd name="adj" fmla="val 10381"/>
              </a:avLst>
            </a:prstGeom>
            <a:solidFill>
              <a:schemeClr val="accent5">
                <a:lumMod val="60000"/>
                <a:lumOff val="40000"/>
                <a:alpha val="50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3321" y="1623861"/>
              <a:ext cx="1903686" cy="2103120"/>
            </a:xfrm>
            <a:prstGeom prst="rect">
              <a:avLst/>
            </a:prstGeom>
          </p:spPr>
        </p:pic>
        <p:sp>
          <p:nvSpPr>
            <p:cNvPr id="187" name="Rectangle 186"/>
            <p:cNvSpPr/>
            <p:nvPr/>
          </p:nvSpPr>
          <p:spPr>
            <a:xfrm>
              <a:off x="5955737" y="3511234"/>
              <a:ext cx="1070378" cy="381697"/>
            </a:xfrm>
            <a:prstGeom prst="rect">
              <a:avLst/>
            </a:prstGeom>
          </p:spPr>
          <p:txBody>
            <a:bodyPr wrap="square">
              <a:spAutoFit/>
            </a:bodyPr>
            <a:lstStyle/>
            <a:p>
              <a:r>
                <a:rPr lang="en-US" sz="900" dirty="0" smtClean="0">
                  <a:solidFill>
                    <a:schemeClr val="accent1"/>
                  </a:solidFill>
                  <a:latin typeface="SABIC Typeface Text" panose="020B0603060202020204" pitchFamily="34" charset="0"/>
                  <a:cs typeface="SABIC Typeface Text" panose="020B0603060202020204" pitchFamily="34" charset="0"/>
                </a:rPr>
                <a:t>Contractor Preparation</a:t>
              </a:r>
              <a:endParaRPr lang="en-US" sz="900" dirty="0">
                <a:solidFill>
                  <a:schemeClr val="accent1"/>
                </a:solidFill>
                <a:latin typeface="SABIC Typeface Text" panose="020B0603060202020204" pitchFamily="34" charset="0"/>
                <a:cs typeface="SABIC Typeface Text" panose="020B0603060202020204" pitchFamily="34" charset="0"/>
              </a:endParaRPr>
            </a:p>
          </p:txBody>
        </p:sp>
        <p:sp>
          <p:nvSpPr>
            <p:cNvPr id="184" name="Chord 183"/>
            <p:cNvSpPr/>
            <p:nvPr/>
          </p:nvSpPr>
          <p:spPr bwMode="auto">
            <a:xfrm rot="6740936">
              <a:off x="5844304" y="1480269"/>
              <a:ext cx="441720" cy="441720"/>
            </a:xfrm>
            <a:prstGeom prst="chord">
              <a:avLst>
                <a:gd name="adj1" fmla="val 3668974"/>
                <a:gd name="adj2" fmla="val 15218284"/>
              </a:avLst>
            </a:prstGeom>
            <a:solidFill>
              <a:schemeClr val="accent5"/>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188" name="Rectangle 187"/>
            <p:cNvSpPr/>
            <p:nvPr/>
          </p:nvSpPr>
          <p:spPr>
            <a:xfrm>
              <a:off x="5896688" y="1481937"/>
              <a:ext cx="356188" cy="261611"/>
            </a:xfrm>
            <a:prstGeom prst="rect">
              <a:avLst/>
            </a:prstGeom>
          </p:spPr>
          <p:txBody>
            <a:bodyPr wrap="none">
              <a:spAutoFit/>
            </a:bodyPr>
            <a:lstStyle/>
            <a:p>
              <a:r>
                <a:rPr lang="en-US" sz="1100" dirty="0" smtClean="0">
                  <a:solidFill>
                    <a:schemeClr val="bg1"/>
                  </a:solidFill>
                </a:rPr>
                <a:t>03</a:t>
              </a:r>
              <a:endParaRPr lang="en-US" sz="1100" dirty="0">
                <a:solidFill>
                  <a:schemeClr val="bg1"/>
                </a:solidFill>
              </a:endParaRPr>
            </a:p>
          </p:txBody>
        </p:sp>
        <p:sp>
          <p:nvSpPr>
            <p:cNvPr id="186" name="Rectangle 185"/>
            <p:cNvSpPr/>
            <p:nvPr/>
          </p:nvSpPr>
          <p:spPr>
            <a:xfrm>
              <a:off x="5247103" y="1869533"/>
              <a:ext cx="1726687" cy="1510885"/>
            </a:xfrm>
            <a:prstGeom prst="rect">
              <a:avLst/>
            </a:prstGeom>
          </p:spPr>
          <p:txBody>
            <a:bodyPr wrap="square">
              <a:spAutoFit/>
            </a:bodyPr>
            <a:lstStyle/>
            <a:p>
              <a:pPr marL="109538" marR="269875" lvl="2" indent="-109538">
                <a:spcBef>
                  <a:spcPts val="300"/>
                </a:spcBef>
                <a:spcAft>
                  <a:spcPts val="300"/>
                </a:spcAft>
                <a:buFont typeface="Arial" panose="020B0604020202020204" pitchFamily="34" charset="0"/>
                <a:buChar char="•"/>
              </a:pPr>
              <a:r>
                <a:rPr lang="en-US" sz="900" dirty="0"/>
                <a:t>Off-site Contractor preparation (equipment, personnel, PPE, inspection, training, transport</a:t>
              </a:r>
              <a:r>
                <a:rPr lang="en-US" sz="900" dirty="0" smtClean="0"/>
                <a:t>,)</a:t>
              </a:r>
            </a:p>
            <a:p>
              <a:pPr marL="0" marR="269875" lvl="2" defTabSz="1160924" hangingPunct="0">
                <a:spcBef>
                  <a:spcPts val="300"/>
                </a:spcBef>
                <a:spcAft>
                  <a:spcPts val="300"/>
                </a:spcAft>
              </a:pPr>
              <a:r>
                <a:rPr lang="en-US" sz="1000" dirty="0">
                  <a:solidFill>
                    <a:schemeClr val="accent1"/>
                  </a:solidFill>
                </a:rPr>
                <a:t>HPWJ Contractor Supervisor &amp; </a:t>
              </a:r>
              <a:r>
                <a:rPr lang="en-US" sz="1000" dirty="0" smtClean="0">
                  <a:solidFill>
                    <a:schemeClr val="accent1"/>
                  </a:solidFill>
                </a:rPr>
                <a:t>employees</a:t>
              </a:r>
              <a:r>
                <a:rPr lang="en-US" sz="900" dirty="0" smtClean="0"/>
                <a:t>.</a:t>
              </a:r>
              <a:endParaRPr lang="en-US" sz="900" dirty="0"/>
            </a:p>
          </p:txBody>
        </p:sp>
      </p:grpSp>
      <p:sp>
        <p:nvSpPr>
          <p:cNvPr id="2" name="Title 1"/>
          <p:cNvSpPr>
            <a:spLocks noGrp="1"/>
          </p:cNvSpPr>
          <p:nvPr>
            <p:ph type="title"/>
          </p:nvPr>
        </p:nvSpPr>
        <p:spPr>
          <a:xfrm>
            <a:off x="490180" y="406400"/>
            <a:ext cx="9942654" cy="577850"/>
          </a:xfrm>
        </p:spPr>
        <p:txBody>
          <a:bodyPr/>
          <a:lstStyle/>
          <a:p>
            <a:r>
              <a:rPr lang="en-US" altLang="en-US" dirty="0">
                <a:solidFill>
                  <a:schemeClr val="tx2"/>
                </a:solidFill>
              </a:rPr>
              <a:t>HPWJ OPERATIONS – OVERVIEW</a:t>
            </a:r>
            <a:endParaRPr lang="en-US" dirty="0"/>
          </a:p>
        </p:txBody>
      </p:sp>
      <p:grpSp>
        <p:nvGrpSpPr>
          <p:cNvPr id="8" name="Group 7"/>
          <p:cNvGrpSpPr/>
          <p:nvPr/>
        </p:nvGrpSpPr>
        <p:grpSpPr>
          <a:xfrm>
            <a:off x="490180" y="1374946"/>
            <a:ext cx="1954822" cy="2196003"/>
            <a:chOff x="490179" y="1636536"/>
            <a:chExt cx="2020265" cy="2269525"/>
          </a:xfrm>
        </p:grpSpPr>
        <p:sp>
          <p:nvSpPr>
            <p:cNvPr id="6" name="Chord 5"/>
            <p:cNvSpPr/>
            <p:nvPr/>
          </p:nvSpPr>
          <p:spPr bwMode="auto">
            <a:xfrm rot="6740936">
              <a:off x="1221161" y="1636536"/>
              <a:ext cx="441720" cy="441720"/>
            </a:xfrm>
            <a:prstGeom prst="chord">
              <a:avLst>
                <a:gd name="adj1" fmla="val 3668974"/>
                <a:gd name="adj2" fmla="val 15218284"/>
              </a:avLst>
            </a:prstGeom>
            <a:solidFill>
              <a:schemeClr val="accent1"/>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4" name="Rounded Rectangle 3"/>
            <p:cNvSpPr/>
            <p:nvPr/>
          </p:nvSpPr>
          <p:spPr bwMode="auto">
            <a:xfrm>
              <a:off x="609594" y="1900041"/>
              <a:ext cx="1900850" cy="1739086"/>
            </a:xfrm>
            <a:prstGeom prst="roundRect">
              <a:avLst>
                <a:gd name="adj" fmla="val 10381"/>
              </a:avLst>
            </a:prstGeom>
            <a:solidFill>
              <a:schemeClr val="bg1">
                <a:lumMod val="95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179" y="1779973"/>
              <a:ext cx="1903687" cy="2103120"/>
            </a:xfrm>
            <a:prstGeom prst="rect">
              <a:avLst/>
            </a:prstGeom>
          </p:spPr>
        </p:pic>
        <p:sp>
          <p:nvSpPr>
            <p:cNvPr id="173" name="Rectangle 172"/>
            <p:cNvSpPr/>
            <p:nvPr/>
          </p:nvSpPr>
          <p:spPr>
            <a:xfrm>
              <a:off x="623960" y="2025800"/>
              <a:ext cx="1714621" cy="1797157"/>
            </a:xfrm>
            <a:prstGeom prst="rect">
              <a:avLst/>
            </a:prstGeom>
          </p:spPr>
          <p:txBody>
            <a:bodyPr wrap="square">
              <a:spAutoFit/>
            </a:bodyPr>
            <a:lstStyle/>
            <a:p>
              <a:pPr marL="109538" indent="-109538">
                <a:buFont typeface="Arial" panose="020B0604020202020204" pitchFamily="34" charset="0"/>
                <a:buChar char="•"/>
              </a:pPr>
              <a:r>
                <a:rPr lang="en-US" sz="900" dirty="0" smtClean="0"/>
                <a:t>Assess </a:t>
              </a:r>
              <a:r>
                <a:rPr lang="en-US" sz="900" dirty="0"/>
                <a:t>alternative cleaning methods </a:t>
              </a:r>
              <a:r>
                <a:rPr lang="en-US" sz="900" dirty="0" smtClean="0"/>
                <a:t>than HPWJ</a:t>
              </a:r>
            </a:p>
            <a:p>
              <a:pPr marL="109538" indent="-109538">
                <a:buFont typeface="Arial" panose="020B0604020202020204" pitchFamily="34" charset="0"/>
                <a:buChar char="•"/>
              </a:pPr>
              <a:r>
                <a:rPr lang="en-US" sz="900" dirty="0" smtClean="0"/>
                <a:t>If </a:t>
              </a:r>
              <a:r>
                <a:rPr lang="en-US" sz="900" dirty="0"/>
                <a:t>HPWJ selected, complete Technical form </a:t>
              </a:r>
              <a:r>
                <a:rPr lang="en-US" sz="900" dirty="0" smtClean="0"/>
                <a:t>ATT-1</a:t>
              </a:r>
            </a:p>
            <a:p>
              <a:pPr marL="0" marR="269875" lvl="2" defTabSz="1160924" hangingPunct="0">
                <a:spcBef>
                  <a:spcPts val="300"/>
                </a:spcBef>
                <a:spcAft>
                  <a:spcPts val="300"/>
                </a:spcAft>
              </a:pPr>
              <a:r>
                <a:rPr lang="en-US" sz="1000" dirty="0">
                  <a:solidFill>
                    <a:schemeClr val="accent1"/>
                  </a:solidFill>
                </a:rPr>
                <a:t>Job </a:t>
              </a:r>
              <a:r>
                <a:rPr lang="en-US" sz="1000" dirty="0" err="1" smtClean="0">
                  <a:solidFill>
                    <a:schemeClr val="accent1"/>
                  </a:solidFill>
                </a:rPr>
                <a:t>Req’r</a:t>
              </a:r>
              <a:r>
                <a:rPr lang="en-US" sz="1000" dirty="0" smtClean="0">
                  <a:solidFill>
                    <a:schemeClr val="accent1"/>
                  </a:solidFill>
                </a:rPr>
                <a:t> &amp; </a:t>
              </a:r>
              <a:r>
                <a:rPr lang="en-US" sz="1000" dirty="0">
                  <a:solidFill>
                    <a:schemeClr val="accent1"/>
                  </a:solidFill>
                </a:rPr>
                <a:t>HPWJ authorizing person  (E.g</a:t>
              </a:r>
              <a:r>
                <a:rPr lang="en-US" sz="1000" dirty="0" smtClean="0">
                  <a:solidFill>
                    <a:schemeClr val="accent1"/>
                  </a:solidFill>
                </a:rPr>
                <a:t>. </a:t>
              </a:r>
              <a:r>
                <a:rPr lang="en-US" sz="1000" dirty="0" err="1" smtClean="0">
                  <a:solidFill>
                    <a:schemeClr val="accent1"/>
                  </a:solidFill>
                </a:rPr>
                <a:t>Maint</a:t>
              </a:r>
              <a:r>
                <a:rPr lang="en-US" sz="1000" dirty="0" smtClean="0">
                  <a:solidFill>
                    <a:schemeClr val="accent1"/>
                  </a:solidFill>
                </a:rPr>
                <a:t>. </a:t>
              </a:r>
              <a:r>
                <a:rPr lang="en-US" sz="1000" dirty="0" err="1" smtClean="0">
                  <a:solidFill>
                    <a:schemeClr val="accent1"/>
                  </a:solidFill>
                </a:rPr>
                <a:t>Supv</a:t>
              </a:r>
              <a:r>
                <a:rPr lang="en-US" sz="1000" dirty="0" smtClean="0">
                  <a:solidFill>
                    <a:schemeClr val="accent1"/>
                  </a:solidFill>
                </a:rPr>
                <a:t>.)</a:t>
              </a:r>
              <a:r>
                <a:rPr lang="en-US" sz="1000" dirty="0" smtClean="0"/>
                <a:t>.</a:t>
              </a:r>
              <a:endParaRPr lang="en-US" sz="1000" dirty="0"/>
            </a:p>
            <a:p>
              <a:pPr marL="171450" indent="-171450">
                <a:buFont typeface="Arial" panose="020B0604020202020204" pitchFamily="34" charset="0"/>
                <a:buChar char="•"/>
              </a:pPr>
              <a:endParaRPr lang="en-US" sz="900" dirty="0"/>
            </a:p>
            <a:p>
              <a:endParaRPr lang="en-US" sz="900" dirty="0"/>
            </a:p>
          </p:txBody>
        </p:sp>
        <p:sp>
          <p:nvSpPr>
            <p:cNvPr id="174" name="Rectangle 173"/>
            <p:cNvSpPr/>
            <p:nvPr/>
          </p:nvSpPr>
          <p:spPr>
            <a:xfrm>
              <a:off x="1332595" y="3667501"/>
              <a:ext cx="1018052" cy="238560"/>
            </a:xfrm>
            <a:prstGeom prst="rect">
              <a:avLst/>
            </a:prstGeom>
          </p:spPr>
          <p:txBody>
            <a:bodyPr wrap="square">
              <a:spAutoFit/>
            </a:bodyPr>
            <a:lstStyle/>
            <a:p>
              <a:r>
                <a:rPr lang="en-US" sz="900" dirty="0" smtClean="0">
                  <a:solidFill>
                    <a:schemeClr val="accent1"/>
                  </a:solidFill>
                  <a:latin typeface="SABIC Typeface Text" panose="020B0603060202020204" pitchFamily="34" charset="0"/>
                  <a:cs typeface="SABIC Typeface Text" panose="020B0603060202020204" pitchFamily="34" charset="0"/>
                </a:rPr>
                <a:t>Evaluate</a:t>
              </a:r>
              <a:endParaRPr lang="en-US" sz="900" dirty="0">
                <a:solidFill>
                  <a:schemeClr val="accent1"/>
                </a:solidFill>
                <a:latin typeface="SABIC Typeface Text" panose="020B0603060202020204" pitchFamily="34" charset="0"/>
                <a:cs typeface="SABIC Typeface Text" panose="020B0603060202020204" pitchFamily="34" charset="0"/>
              </a:endParaRPr>
            </a:p>
          </p:txBody>
        </p:sp>
        <p:sp>
          <p:nvSpPr>
            <p:cNvPr id="5" name="Rectangle 4"/>
            <p:cNvSpPr/>
            <p:nvPr/>
          </p:nvSpPr>
          <p:spPr>
            <a:xfrm>
              <a:off x="1273545" y="1638204"/>
              <a:ext cx="336952" cy="261611"/>
            </a:xfrm>
            <a:prstGeom prst="rect">
              <a:avLst/>
            </a:prstGeom>
          </p:spPr>
          <p:txBody>
            <a:bodyPr wrap="none">
              <a:spAutoFit/>
            </a:bodyPr>
            <a:lstStyle/>
            <a:p>
              <a:r>
                <a:rPr lang="en-US" sz="1100" dirty="0">
                  <a:solidFill>
                    <a:schemeClr val="bg1"/>
                  </a:solidFill>
                </a:rPr>
                <a:t>01</a:t>
              </a:r>
            </a:p>
          </p:txBody>
        </p:sp>
      </p:grpSp>
      <p:grpSp>
        <p:nvGrpSpPr>
          <p:cNvPr id="12" name="Group 11"/>
          <p:cNvGrpSpPr/>
          <p:nvPr/>
        </p:nvGrpSpPr>
        <p:grpSpPr>
          <a:xfrm>
            <a:off x="2803699" y="1367987"/>
            <a:ext cx="1956379" cy="2196002"/>
            <a:chOff x="2803699" y="1471635"/>
            <a:chExt cx="2021874" cy="2269524"/>
          </a:xfrm>
        </p:grpSpPr>
        <p:sp>
          <p:nvSpPr>
            <p:cNvPr id="178" name="Rounded Rectangle 177"/>
            <p:cNvSpPr/>
            <p:nvPr/>
          </p:nvSpPr>
          <p:spPr bwMode="auto">
            <a:xfrm>
              <a:off x="2924723" y="1735139"/>
              <a:ext cx="1900850" cy="1739086"/>
            </a:xfrm>
            <a:prstGeom prst="roundRect">
              <a:avLst>
                <a:gd name="adj" fmla="val 10381"/>
              </a:avLst>
            </a:prstGeom>
            <a:solidFill>
              <a:schemeClr val="bg1">
                <a:lumMod val="95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3699" y="1622031"/>
              <a:ext cx="1903686" cy="2103120"/>
            </a:xfrm>
            <a:prstGeom prst="rect">
              <a:avLst/>
            </a:prstGeom>
          </p:spPr>
        </p:pic>
        <p:sp>
          <p:nvSpPr>
            <p:cNvPr id="180" name="Rectangle 179"/>
            <p:cNvSpPr/>
            <p:nvPr/>
          </p:nvSpPr>
          <p:spPr>
            <a:xfrm>
              <a:off x="2939089" y="1860898"/>
              <a:ext cx="1726687" cy="1304132"/>
            </a:xfrm>
            <a:prstGeom prst="rect">
              <a:avLst/>
            </a:prstGeom>
          </p:spPr>
          <p:txBody>
            <a:bodyPr wrap="square">
              <a:spAutoFit/>
            </a:bodyPr>
            <a:lstStyle/>
            <a:p>
              <a:pPr marL="109538" marR="269875" lvl="2" indent="-109538">
                <a:spcBef>
                  <a:spcPts val="300"/>
                </a:spcBef>
                <a:spcAft>
                  <a:spcPts val="300"/>
                </a:spcAft>
                <a:buFont typeface="Arial" panose="020B0604020202020204" pitchFamily="34" charset="0"/>
                <a:buChar char="•"/>
              </a:pPr>
              <a:r>
                <a:rPr lang="en-US" sz="900" dirty="0"/>
                <a:t>Arrange/plan for HPWJ work with approved contractor</a:t>
              </a:r>
            </a:p>
            <a:p>
              <a:pPr marL="0" marR="269875" lvl="2" defTabSz="1160924" hangingPunct="0">
                <a:spcBef>
                  <a:spcPts val="300"/>
                </a:spcBef>
                <a:spcAft>
                  <a:spcPts val="300"/>
                </a:spcAft>
              </a:pPr>
              <a:r>
                <a:rPr lang="en-US" sz="1000" dirty="0">
                  <a:solidFill>
                    <a:schemeClr val="accent1"/>
                  </a:solidFill>
                </a:rPr>
                <a:t>HPWJ authorizing person </a:t>
              </a:r>
            </a:p>
            <a:p>
              <a:pPr marL="0" marR="269875" lvl="2" defTabSz="1160924" hangingPunct="0">
                <a:spcBef>
                  <a:spcPts val="300"/>
                </a:spcBef>
                <a:spcAft>
                  <a:spcPts val="300"/>
                </a:spcAft>
              </a:pPr>
              <a:endParaRPr lang="en-US" sz="1000" dirty="0"/>
            </a:p>
          </p:txBody>
        </p:sp>
        <p:sp>
          <p:nvSpPr>
            <p:cNvPr id="181" name="Rectangle 180"/>
            <p:cNvSpPr/>
            <p:nvPr/>
          </p:nvSpPr>
          <p:spPr>
            <a:xfrm>
              <a:off x="3647724" y="3502599"/>
              <a:ext cx="1018052" cy="238560"/>
            </a:xfrm>
            <a:prstGeom prst="rect">
              <a:avLst/>
            </a:prstGeom>
          </p:spPr>
          <p:txBody>
            <a:bodyPr wrap="square">
              <a:spAutoFit/>
            </a:bodyPr>
            <a:lstStyle/>
            <a:p>
              <a:r>
                <a:rPr lang="en-US" sz="900" dirty="0" smtClean="0">
                  <a:solidFill>
                    <a:schemeClr val="accent1"/>
                  </a:solidFill>
                  <a:latin typeface="SABIC Typeface Text" panose="020B0603060202020204" pitchFamily="34" charset="0"/>
                  <a:cs typeface="SABIC Typeface Text" panose="020B0603060202020204" pitchFamily="34" charset="0"/>
                </a:rPr>
                <a:t>Plan</a:t>
              </a:r>
              <a:endParaRPr lang="en-US" sz="900" dirty="0">
                <a:solidFill>
                  <a:schemeClr val="accent1"/>
                </a:solidFill>
                <a:latin typeface="SABIC Typeface Text" panose="020B0603060202020204" pitchFamily="34" charset="0"/>
                <a:cs typeface="SABIC Typeface Text" panose="020B0603060202020204" pitchFamily="34" charset="0"/>
              </a:endParaRPr>
            </a:p>
          </p:txBody>
        </p:sp>
        <p:sp>
          <p:nvSpPr>
            <p:cNvPr id="177" name="Chord 176"/>
            <p:cNvSpPr/>
            <p:nvPr/>
          </p:nvSpPr>
          <p:spPr bwMode="auto">
            <a:xfrm rot="6740936">
              <a:off x="3536290" y="1471635"/>
              <a:ext cx="441720" cy="441720"/>
            </a:xfrm>
            <a:prstGeom prst="chord">
              <a:avLst>
                <a:gd name="adj1" fmla="val 3668974"/>
                <a:gd name="adj2" fmla="val 15218284"/>
              </a:avLst>
            </a:prstGeom>
            <a:solidFill>
              <a:schemeClr val="accent2"/>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182" name="Rectangle 181"/>
            <p:cNvSpPr/>
            <p:nvPr/>
          </p:nvSpPr>
          <p:spPr>
            <a:xfrm>
              <a:off x="3588674" y="1473302"/>
              <a:ext cx="352982" cy="261611"/>
            </a:xfrm>
            <a:prstGeom prst="rect">
              <a:avLst/>
            </a:prstGeom>
          </p:spPr>
          <p:txBody>
            <a:bodyPr wrap="none">
              <a:spAutoFit/>
            </a:bodyPr>
            <a:lstStyle/>
            <a:p>
              <a:r>
                <a:rPr lang="en-US" sz="1100" dirty="0" smtClean="0"/>
                <a:t>02</a:t>
              </a:r>
              <a:endParaRPr lang="en-US" sz="1100" dirty="0"/>
            </a:p>
          </p:txBody>
        </p:sp>
      </p:grpSp>
      <p:grpSp>
        <p:nvGrpSpPr>
          <p:cNvPr id="330" name="Group 329"/>
          <p:cNvGrpSpPr/>
          <p:nvPr/>
        </p:nvGrpSpPr>
        <p:grpSpPr>
          <a:xfrm>
            <a:off x="7431757" y="1376559"/>
            <a:ext cx="1954822" cy="2196003"/>
            <a:chOff x="490179" y="1636536"/>
            <a:chExt cx="2020265" cy="2269525"/>
          </a:xfrm>
        </p:grpSpPr>
        <p:sp>
          <p:nvSpPr>
            <p:cNvPr id="331" name="Chord 330"/>
            <p:cNvSpPr/>
            <p:nvPr/>
          </p:nvSpPr>
          <p:spPr bwMode="auto">
            <a:xfrm rot="6740936">
              <a:off x="1221161" y="1636536"/>
              <a:ext cx="441720" cy="441720"/>
            </a:xfrm>
            <a:prstGeom prst="chord">
              <a:avLst>
                <a:gd name="adj1" fmla="val 3668974"/>
                <a:gd name="adj2" fmla="val 15218284"/>
              </a:avLst>
            </a:prstGeom>
            <a:solidFill>
              <a:schemeClr val="accent1"/>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32" name="Rounded Rectangle 331"/>
            <p:cNvSpPr/>
            <p:nvPr/>
          </p:nvSpPr>
          <p:spPr bwMode="auto">
            <a:xfrm>
              <a:off x="609594" y="1900041"/>
              <a:ext cx="1900850" cy="1739086"/>
            </a:xfrm>
            <a:prstGeom prst="roundRect">
              <a:avLst>
                <a:gd name="adj" fmla="val 10381"/>
              </a:avLst>
            </a:prstGeom>
            <a:solidFill>
              <a:schemeClr val="bg1">
                <a:lumMod val="95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pic>
          <p:nvPicPr>
            <p:cNvPr id="333" name="Picture 3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179" y="1779973"/>
              <a:ext cx="1903687" cy="2103120"/>
            </a:xfrm>
            <a:prstGeom prst="rect">
              <a:avLst/>
            </a:prstGeom>
          </p:spPr>
        </p:pic>
        <p:sp>
          <p:nvSpPr>
            <p:cNvPr id="334" name="Rectangle 333"/>
            <p:cNvSpPr/>
            <p:nvPr/>
          </p:nvSpPr>
          <p:spPr>
            <a:xfrm>
              <a:off x="625576" y="1941003"/>
              <a:ext cx="1726687" cy="1956198"/>
            </a:xfrm>
            <a:prstGeom prst="rect">
              <a:avLst/>
            </a:prstGeom>
          </p:spPr>
          <p:txBody>
            <a:bodyPr wrap="square">
              <a:spAutoFit/>
            </a:bodyPr>
            <a:lstStyle/>
            <a:p>
              <a:pPr marL="109538" marR="269875" lvl="2" indent="-109538">
                <a:spcBef>
                  <a:spcPts val="300"/>
                </a:spcBef>
                <a:spcAft>
                  <a:spcPts val="300"/>
                </a:spcAft>
                <a:buFont typeface="Arial" panose="020B0604020202020204" pitchFamily="34" charset="0"/>
                <a:buChar char="•"/>
              </a:pPr>
              <a:r>
                <a:rPr lang="en-US" sz="900" dirty="0"/>
                <a:t>Prepare formal JSA/RA (Refer Table 4.1 </a:t>
              </a:r>
              <a:r>
                <a:rPr lang="en-US" sz="900" dirty="0" smtClean="0"/>
                <a:t>guidelines).</a:t>
              </a:r>
            </a:p>
            <a:p>
              <a:pPr marL="109538" marR="269875" lvl="2" indent="-109538">
                <a:spcBef>
                  <a:spcPts val="300"/>
                </a:spcBef>
                <a:spcAft>
                  <a:spcPts val="300"/>
                </a:spcAft>
                <a:buFont typeface="Arial" panose="020B0604020202020204" pitchFamily="34" charset="0"/>
                <a:buChar char="•"/>
              </a:pPr>
              <a:r>
                <a:rPr lang="en-US" sz="900" dirty="0" smtClean="0"/>
                <a:t>inspect equipment &amp; Prepare </a:t>
              </a:r>
              <a:r>
                <a:rPr lang="en-US" sz="900" dirty="0"/>
                <a:t>for HPWJ set-up at </a:t>
              </a:r>
              <a:r>
                <a:rPr lang="en-US" sz="900" dirty="0" smtClean="0"/>
                <a:t>site</a:t>
              </a:r>
              <a:r>
                <a:rPr lang="en-US" sz="900" dirty="0"/>
                <a:t> </a:t>
              </a:r>
              <a:r>
                <a:rPr lang="en-US" sz="900" dirty="0" smtClean="0"/>
                <a:t>(work permit)</a:t>
              </a:r>
            </a:p>
            <a:p>
              <a:pPr marL="0" marR="269875" lvl="2">
                <a:spcBef>
                  <a:spcPts val="300"/>
                </a:spcBef>
                <a:spcAft>
                  <a:spcPts val="300"/>
                </a:spcAft>
              </a:pPr>
              <a:r>
                <a:rPr lang="en-US" sz="1000" dirty="0">
                  <a:solidFill>
                    <a:schemeClr val="accent1"/>
                  </a:solidFill>
                </a:rPr>
                <a:t>HPWJ authorizing person  with </a:t>
              </a:r>
              <a:r>
                <a:rPr lang="en-US" sz="1000" dirty="0" smtClean="0">
                  <a:solidFill>
                    <a:schemeClr val="accent1"/>
                  </a:solidFill>
                </a:rPr>
                <a:t>Contractor </a:t>
              </a:r>
              <a:r>
                <a:rPr lang="en-US" sz="1000" dirty="0" err="1" smtClean="0">
                  <a:solidFill>
                    <a:schemeClr val="accent1"/>
                  </a:solidFill>
                </a:rPr>
                <a:t>supv</a:t>
              </a:r>
              <a:r>
                <a:rPr lang="en-US" sz="1000" dirty="0" smtClean="0">
                  <a:solidFill>
                    <a:schemeClr val="accent1"/>
                  </a:solidFill>
                </a:rPr>
                <a:t>.</a:t>
              </a:r>
              <a:endParaRPr lang="en-US" sz="1000" dirty="0">
                <a:solidFill>
                  <a:schemeClr val="accent1"/>
                </a:solidFill>
              </a:endParaRPr>
            </a:p>
            <a:p>
              <a:pPr marL="0" marR="269875" lvl="2">
                <a:spcBef>
                  <a:spcPts val="300"/>
                </a:spcBef>
                <a:spcAft>
                  <a:spcPts val="300"/>
                </a:spcAft>
              </a:pPr>
              <a:r>
                <a:rPr lang="en-US" sz="900" dirty="0" smtClean="0"/>
                <a:t> </a:t>
              </a:r>
              <a:endParaRPr lang="en-US" sz="900" dirty="0"/>
            </a:p>
          </p:txBody>
        </p:sp>
        <p:sp>
          <p:nvSpPr>
            <p:cNvPr id="335" name="Rectangle 334"/>
            <p:cNvSpPr/>
            <p:nvPr/>
          </p:nvSpPr>
          <p:spPr>
            <a:xfrm>
              <a:off x="1332595" y="3667501"/>
              <a:ext cx="1018052" cy="238560"/>
            </a:xfrm>
            <a:prstGeom prst="rect">
              <a:avLst/>
            </a:prstGeom>
          </p:spPr>
          <p:txBody>
            <a:bodyPr wrap="square">
              <a:spAutoFit/>
            </a:bodyPr>
            <a:lstStyle/>
            <a:p>
              <a:r>
                <a:rPr lang="pt-BR" sz="900" dirty="0" err="1" smtClean="0">
                  <a:solidFill>
                    <a:schemeClr val="accent1"/>
                  </a:solidFill>
                  <a:latin typeface="SABIC Typeface Text" panose="020B0603060202020204" pitchFamily="34" charset="0"/>
                  <a:cs typeface="SABIC Typeface Text" panose="020B0603060202020204" pitchFamily="34" charset="0"/>
                </a:rPr>
                <a:t>Risk</a:t>
              </a:r>
              <a:r>
                <a:rPr lang="pt-BR" sz="900" dirty="0" smtClean="0">
                  <a:solidFill>
                    <a:schemeClr val="accent1"/>
                  </a:solidFill>
                  <a:latin typeface="SABIC Typeface Text" panose="020B0603060202020204" pitchFamily="34" charset="0"/>
                  <a:cs typeface="SABIC Typeface Text" panose="020B0603060202020204" pitchFamily="34" charset="0"/>
                </a:rPr>
                <a:t>  </a:t>
              </a:r>
              <a:r>
                <a:rPr lang="pt-BR" sz="900" dirty="0" err="1" smtClean="0">
                  <a:solidFill>
                    <a:schemeClr val="accent1"/>
                  </a:solidFill>
                  <a:latin typeface="SABIC Typeface Text" panose="020B0603060202020204" pitchFamily="34" charset="0"/>
                  <a:cs typeface="SABIC Typeface Text" panose="020B0603060202020204" pitchFamily="34" charset="0"/>
                </a:rPr>
                <a:t>Review</a:t>
              </a:r>
              <a:endParaRPr lang="pt-BR" sz="900" dirty="0">
                <a:solidFill>
                  <a:schemeClr val="accent4"/>
                </a:solidFill>
                <a:latin typeface="SABIC Typeface Text" panose="020B0603060202020204" pitchFamily="34" charset="0"/>
                <a:cs typeface="SABIC Typeface Text" panose="020B0603060202020204" pitchFamily="34" charset="0"/>
              </a:endParaRPr>
            </a:p>
          </p:txBody>
        </p:sp>
        <p:sp>
          <p:nvSpPr>
            <p:cNvPr id="336" name="Rectangle 335"/>
            <p:cNvSpPr/>
            <p:nvPr/>
          </p:nvSpPr>
          <p:spPr>
            <a:xfrm>
              <a:off x="1273545" y="1638204"/>
              <a:ext cx="371426" cy="270369"/>
            </a:xfrm>
            <a:prstGeom prst="rect">
              <a:avLst/>
            </a:prstGeom>
          </p:spPr>
          <p:txBody>
            <a:bodyPr wrap="none">
              <a:spAutoFit/>
            </a:bodyPr>
            <a:lstStyle/>
            <a:p>
              <a:r>
                <a:rPr lang="en-US" sz="1100" dirty="0" smtClean="0">
                  <a:solidFill>
                    <a:schemeClr val="bg1"/>
                  </a:solidFill>
                </a:rPr>
                <a:t>04</a:t>
              </a:r>
            </a:p>
          </p:txBody>
        </p:sp>
      </p:grpSp>
      <p:grpSp>
        <p:nvGrpSpPr>
          <p:cNvPr id="337" name="Group 336"/>
          <p:cNvGrpSpPr/>
          <p:nvPr/>
        </p:nvGrpSpPr>
        <p:grpSpPr>
          <a:xfrm>
            <a:off x="9745276" y="1369600"/>
            <a:ext cx="1956379" cy="2334502"/>
            <a:chOff x="2803699" y="1471635"/>
            <a:chExt cx="2021874" cy="2412661"/>
          </a:xfrm>
        </p:grpSpPr>
        <p:sp>
          <p:nvSpPr>
            <p:cNvPr id="338" name="Rounded Rectangle 337"/>
            <p:cNvSpPr/>
            <p:nvPr/>
          </p:nvSpPr>
          <p:spPr bwMode="auto">
            <a:xfrm>
              <a:off x="2924723" y="1735139"/>
              <a:ext cx="1900850" cy="1739086"/>
            </a:xfrm>
            <a:prstGeom prst="roundRect">
              <a:avLst>
                <a:gd name="adj" fmla="val 10381"/>
              </a:avLst>
            </a:prstGeom>
            <a:solidFill>
              <a:schemeClr val="bg1">
                <a:lumMod val="95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40" name="Rectangle 339"/>
            <p:cNvSpPr/>
            <p:nvPr/>
          </p:nvSpPr>
          <p:spPr>
            <a:xfrm>
              <a:off x="3647724" y="3502599"/>
              <a:ext cx="1018052" cy="381697"/>
            </a:xfrm>
            <a:prstGeom prst="rect">
              <a:avLst/>
            </a:prstGeom>
          </p:spPr>
          <p:txBody>
            <a:bodyPr wrap="square">
              <a:spAutoFit/>
            </a:bodyPr>
            <a:lstStyle/>
            <a:p>
              <a:r>
                <a:rPr lang="pt-BR" sz="900" dirty="0" smtClean="0">
                  <a:solidFill>
                    <a:schemeClr val="accent1"/>
                  </a:solidFill>
                  <a:latin typeface="SABIC Typeface Text" panose="020B0603060202020204" pitchFamily="34" charset="0"/>
                  <a:cs typeface="SABIC Typeface Text" panose="020B0603060202020204" pitchFamily="34" charset="0"/>
                </a:rPr>
                <a:t>Site </a:t>
              </a:r>
              <a:r>
                <a:rPr lang="pt-BR" sz="900" dirty="0" err="1" smtClean="0">
                  <a:solidFill>
                    <a:schemeClr val="accent1"/>
                  </a:solidFill>
                  <a:latin typeface="SABIC Typeface Text" panose="020B0603060202020204" pitchFamily="34" charset="0"/>
                  <a:cs typeface="SABIC Typeface Text" panose="020B0603060202020204" pitchFamily="34" charset="0"/>
                </a:rPr>
                <a:t>preparation</a:t>
              </a:r>
              <a:endParaRPr lang="pt-BR" sz="900" dirty="0">
                <a:solidFill>
                  <a:schemeClr val="accent4"/>
                </a:solidFill>
                <a:latin typeface="SABIC Typeface Text" panose="020B0603060202020204" pitchFamily="34" charset="0"/>
                <a:cs typeface="SABIC Typeface Text" panose="020B0603060202020204" pitchFamily="34" charset="0"/>
              </a:endParaRPr>
            </a:p>
          </p:txBody>
        </p:sp>
        <p:pic>
          <p:nvPicPr>
            <p:cNvPr id="341" name="Picture 3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3699" y="1622031"/>
              <a:ext cx="1903685" cy="2124654"/>
            </a:xfrm>
            <a:prstGeom prst="rect">
              <a:avLst/>
            </a:prstGeom>
          </p:spPr>
        </p:pic>
        <p:sp>
          <p:nvSpPr>
            <p:cNvPr id="342" name="Chord 341"/>
            <p:cNvSpPr/>
            <p:nvPr/>
          </p:nvSpPr>
          <p:spPr bwMode="auto">
            <a:xfrm rot="6740936">
              <a:off x="3536290" y="1471635"/>
              <a:ext cx="441720" cy="441720"/>
            </a:xfrm>
            <a:prstGeom prst="chord">
              <a:avLst>
                <a:gd name="adj1" fmla="val 3668974"/>
                <a:gd name="adj2" fmla="val 15218284"/>
              </a:avLst>
            </a:prstGeom>
            <a:solidFill>
              <a:schemeClr val="accent2"/>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43" name="Rectangle 342"/>
            <p:cNvSpPr/>
            <p:nvPr/>
          </p:nvSpPr>
          <p:spPr>
            <a:xfrm>
              <a:off x="3588674" y="1473302"/>
              <a:ext cx="366455" cy="270369"/>
            </a:xfrm>
            <a:prstGeom prst="rect">
              <a:avLst/>
            </a:prstGeom>
          </p:spPr>
          <p:txBody>
            <a:bodyPr wrap="none">
              <a:spAutoFit/>
            </a:bodyPr>
            <a:lstStyle/>
            <a:p>
              <a:r>
                <a:rPr lang="en-US" sz="1100" dirty="0" smtClean="0"/>
                <a:t>05</a:t>
              </a:r>
              <a:endParaRPr lang="en-US" sz="1100" dirty="0"/>
            </a:p>
          </p:txBody>
        </p:sp>
        <p:sp>
          <p:nvSpPr>
            <p:cNvPr id="339" name="Rectangle 338"/>
            <p:cNvSpPr/>
            <p:nvPr/>
          </p:nvSpPr>
          <p:spPr>
            <a:xfrm>
              <a:off x="2939089" y="1860898"/>
              <a:ext cx="1726687" cy="1288228"/>
            </a:xfrm>
            <a:prstGeom prst="rect">
              <a:avLst/>
            </a:prstGeom>
          </p:spPr>
          <p:txBody>
            <a:bodyPr wrap="square">
              <a:spAutoFit/>
            </a:bodyPr>
            <a:lstStyle/>
            <a:p>
              <a:pPr marL="109538" marR="269875" lvl="2" indent="-109538">
                <a:spcBef>
                  <a:spcPts val="300"/>
                </a:spcBef>
                <a:spcAft>
                  <a:spcPts val="300"/>
                </a:spcAft>
                <a:buFont typeface="Arial" panose="020B0604020202020204" pitchFamily="34" charset="0"/>
                <a:buChar char="•"/>
              </a:pPr>
              <a:r>
                <a:rPr lang="en-US" sz="900" dirty="0"/>
                <a:t>Review </a:t>
              </a:r>
              <a:r>
                <a:rPr lang="en-US" sz="900" dirty="0" smtClean="0"/>
                <a:t>work permit </a:t>
              </a:r>
              <a:r>
                <a:rPr lang="en-US" sz="900" dirty="0"/>
                <a:t>request and issue permit to set up </a:t>
              </a:r>
              <a:r>
                <a:rPr lang="en-US" sz="900" dirty="0" smtClean="0"/>
                <a:t>site</a:t>
              </a:r>
            </a:p>
            <a:p>
              <a:pPr marL="0" marR="269875" lvl="2">
                <a:spcBef>
                  <a:spcPts val="300"/>
                </a:spcBef>
                <a:spcAft>
                  <a:spcPts val="300"/>
                </a:spcAft>
              </a:pPr>
              <a:r>
                <a:rPr lang="en-US" sz="1000" dirty="0">
                  <a:solidFill>
                    <a:schemeClr val="accent1"/>
                  </a:solidFill>
                </a:rPr>
                <a:t>Site work permit issuer</a:t>
              </a:r>
            </a:p>
            <a:p>
              <a:pPr marL="0" marR="269875" lvl="2">
                <a:spcBef>
                  <a:spcPts val="300"/>
                </a:spcBef>
                <a:spcAft>
                  <a:spcPts val="300"/>
                </a:spcAft>
              </a:pPr>
              <a:endParaRPr lang="en-US" sz="900" dirty="0"/>
            </a:p>
          </p:txBody>
        </p:sp>
      </p:grpSp>
      <p:grpSp>
        <p:nvGrpSpPr>
          <p:cNvPr id="344" name="Group 343"/>
          <p:cNvGrpSpPr/>
          <p:nvPr/>
        </p:nvGrpSpPr>
        <p:grpSpPr>
          <a:xfrm>
            <a:off x="490180" y="3985275"/>
            <a:ext cx="1954823" cy="2196003"/>
            <a:chOff x="5113321" y="1480269"/>
            <a:chExt cx="2020266" cy="2269525"/>
          </a:xfrm>
        </p:grpSpPr>
        <p:sp>
          <p:nvSpPr>
            <p:cNvPr id="345" name="Rounded Rectangle 344"/>
            <p:cNvSpPr/>
            <p:nvPr/>
          </p:nvSpPr>
          <p:spPr bwMode="auto">
            <a:xfrm>
              <a:off x="5232737" y="1743774"/>
              <a:ext cx="1900850" cy="1739086"/>
            </a:xfrm>
            <a:prstGeom prst="roundRect">
              <a:avLst>
                <a:gd name="adj" fmla="val 10381"/>
              </a:avLst>
            </a:prstGeom>
            <a:solidFill>
              <a:schemeClr val="accent5">
                <a:lumMod val="60000"/>
                <a:lumOff val="40000"/>
                <a:alpha val="50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47" name="Rectangle 346"/>
            <p:cNvSpPr/>
            <p:nvPr/>
          </p:nvSpPr>
          <p:spPr>
            <a:xfrm>
              <a:off x="5955738" y="3511234"/>
              <a:ext cx="1018052" cy="238560"/>
            </a:xfrm>
            <a:prstGeom prst="rect">
              <a:avLst/>
            </a:prstGeom>
          </p:spPr>
          <p:txBody>
            <a:bodyPr wrap="square">
              <a:spAutoFit/>
            </a:bodyPr>
            <a:lstStyle/>
            <a:p>
              <a:r>
                <a:rPr lang="pt-BR" sz="900" dirty="0" err="1" smtClean="0">
                  <a:solidFill>
                    <a:schemeClr val="accent1"/>
                  </a:solidFill>
                  <a:latin typeface="SABIC Typeface Text" panose="020B0603060202020204" pitchFamily="34" charset="0"/>
                  <a:cs typeface="SABIC Typeface Text" panose="020B0603060202020204" pitchFamily="34" charset="0"/>
                </a:rPr>
                <a:t>Set-up</a:t>
              </a:r>
              <a:r>
                <a:rPr lang="pt-BR" sz="900" dirty="0" smtClean="0">
                  <a:solidFill>
                    <a:schemeClr val="accent1"/>
                  </a:solidFill>
                  <a:latin typeface="SABIC Typeface Text" panose="020B0603060202020204" pitchFamily="34" charset="0"/>
                  <a:cs typeface="SABIC Typeface Text" panose="020B0603060202020204" pitchFamily="34" charset="0"/>
                </a:rPr>
                <a:t> site</a:t>
              </a:r>
              <a:endParaRPr lang="pt-BR" sz="900" dirty="0">
                <a:solidFill>
                  <a:schemeClr val="accent4"/>
                </a:solidFill>
                <a:latin typeface="SABIC Typeface Text" panose="020B0603060202020204" pitchFamily="34" charset="0"/>
                <a:cs typeface="SABIC Typeface Text" panose="020B0603060202020204" pitchFamily="34" charset="0"/>
              </a:endParaRPr>
            </a:p>
          </p:txBody>
        </p:sp>
        <p:pic>
          <p:nvPicPr>
            <p:cNvPr id="348" name="Picture 34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3321" y="1623861"/>
              <a:ext cx="1903686" cy="2103120"/>
            </a:xfrm>
            <a:prstGeom prst="rect">
              <a:avLst/>
            </a:prstGeom>
          </p:spPr>
        </p:pic>
        <p:sp>
          <p:nvSpPr>
            <p:cNvPr id="349" name="Chord 348"/>
            <p:cNvSpPr/>
            <p:nvPr/>
          </p:nvSpPr>
          <p:spPr bwMode="auto">
            <a:xfrm rot="6740936">
              <a:off x="5844304" y="1480269"/>
              <a:ext cx="441720" cy="441720"/>
            </a:xfrm>
            <a:prstGeom prst="chord">
              <a:avLst>
                <a:gd name="adj1" fmla="val 3668974"/>
                <a:gd name="adj2" fmla="val 15218284"/>
              </a:avLst>
            </a:prstGeom>
            <a:solidFill>
              <a:schemeClr val="accent5"/>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50" name="Rectangle 349"/>
            <p:cNvSpPr/>
            <p:nvPr/>
          </p:nvSpPr>
          <p:spPr>
            <a:xfrm>
              <a:off x="5896688" y="1481937"/>
              <a:ext cx="371426" cy="270369"/>
            </a:xfrm>
            <a:prstGeom prst="rect">
              <a:avLst/>
            </a:prstGeom>
          </p:spPr>
          <p:txBody>
            <a:bodyPr wrap="none">
              <a:spAutoFit/>
            </a:bodyPr>
            <a:lstStyle/>
            <a:p>
              <a:r>
                <a:rPr lang="en-US" sz="1100" dirty="0" smtClean="0">
                  <a:solidFill>
                    <a:schemeClr val="bg1"/>
                  </a:solidFill>
                </a:rPr>
                <a:t>06</a:t>
              </a:r>
              <a:endParaRPr lang="en-US" sz="1100" dirty="0">
                <a:solidFill>
                  <a:schemeClr val="bg1"/>
                </a:solidFill>
              </a:endParaRPr>
            </a:p>
          </p:txBody>
        </p:sp>
        <p:sp>
          <p:nvSpPr>
            <p:cNvPr id="346" name="Rectangle 345"/>
            <p:cNvSpPr/>
            <p:nvPr/>
          </p:nvSpPr>
          <p:spPr>
            <a:xfrm>
              <a:off x="5247103" y="1869533"/>
              <a:ext cx="1726687" cy="1765349"/>
            </a:xfrm>
            <a:prstGeom prst="rect">
              <a:avLst/>
            </a:prstGeom>
          </p:spPr>
          <p:txBody>
            <a:bodyPr wrap="square">
              <a:spAutoFit/>
            </a:bodyPr>
            <a:lstStyle/>
            <a:p>
              <a:pPr marL="109538" marR="269875" lvl="2" indent="-109538">
                <a:spcBef>
                  <a:spcPts val="300"/>
                </a:spcBef>
                <a:spcAft>
                  <a:spcPts val="300"/>
                </a:spcAft>
                <a:buFont typeface="Arial" panose="020B0604020202020204" pitchFamily="34" charset="0"/>
                <a:buChar char="•"/>
              </a:pPr>
              <a:r>
                <a:rPr lang="en-US" sz="900" dirty="0"/>
                <a:t>Set up site</a:t>
              </a:r>
            </a:p>
            <a:p>
              <a:pPr marL="0" marR="269875" lvl="2" defTabSz="1160924" hangingPunct="0">
                <a:spcBef>
                  <a:spcPts val="300"/>
                </a:spcBef>
                <a:spcAft>
                  <a:spcPts val="300"/>
                </a:spcAft>
              </a:pPr>
              <a:endParaRPr lang="en-US" sz="1000" dirty="0"/>
            </a:p>
            <a:p>
              <a:pPr marL="0" marR="269875" lvl="2" defTabSz="1160924" hangingPunct="0">
                <a:spcBef>
                  <a:spcPts val="300"/>
                </a:spcBef>
                <a:spcAft>
                  <a:spcPts val="300"/>
                </a:spcAft>
              </a:pPr>
              <a:r>
                <a:rPr lang="en-US" sz="1000" dirty="0">
                  <a:solidFill>
                    <a:schemeClr val="accent1"/>
                  </a:solidFill>
                </a:rPr>
                <a:t>HPWJ Contractor Supervisor &amp; Safety team agreed by HPWJ authorizing person and area owner</a:t>
              </a:r>
            </a:p>
            <a:p>
              <a:pPr marL="0" marR="269875" lvl="2" defTabSz="1160924" hangingPunct="0">
                <a:spcBef>
                  <a:spcPts val="300"/>
                </a:spcBef>
                <a:spcAft>
                  <a:spcPts val="300"/>
                </a:spcAft>
              </a:pPr>
              <a:endParaRPr lang="en-US" sz="1000" dirty="0"/>
            </a:p>
          </p:txBody>
        </p:sp>
      </p:grpSp>
      <p:grpSp>
        <p:nvGrpSpPr>
          <p:cNvPr id="351" name="Group 350"/>
          <p:cNvGrpSpPr/>
          <p:nvPr/>
        </p:nvGrpSpPr>
        <p:grpSpPr>
          <a:xfrm>
            <a:off x="2808616" y="3985213"/>
            <a:ext cx="1954822" cy="2334503"/>
            <a:chOff x="490179" y="1636536"/>
            <a:chExt cx="2020265" cy="2412662"/>
          </a:xfrm>
        </p:grpSpPr>
        <p:sp>
          <p:nvSpPr>
            <p:cNvPr id="352" name="Chord 351"/>
            <p:cNvSpPr/>
            <p:nvPr/>
          </p:nvSpPr>
          <p:spPr bwMode="auto">
            <a:xfrm rot="6740936">
              <a:off x="1221161" y="1636536"/>
              <a:ext cx="441720" cy="441720"/>
            </a:xfrm>
            <a:prstGeom prst="chord">
              <a:avLst>
                <a:gd name="adj1" fmla="val 3668974"/>
                <a:gd name="adj2" fmla="val 15218284"/>
              </a:avLst>
            </a:prstGeom>
            <a:solidFill>
              <a:schemeClr val="accent1"/>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53" name="Rounded Rectangle 352"/>
            <p:cNvSpPr/>
            <p:nvPr/>
          </p:nvSpPr>
          <p:spPr bwMode="auto">
            <a:xfrm>
              <a:off x="609594" y="1900041"/>
              <a:ext cx="1900850" cy="1739086"/>
            </a:xfrm>
            <a:prstGeom prst="roundRect">
              <a:avLst>
                <a:gd name="adj" fmla="val 10381"/>
              </a:avLst>
            </a:prstGeom>
            <a:solidFill>
              <a:schemeClr val="bg1">
                <a:lumMod val="95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pic>
          <p:nvPicPr>
            <p:cNvPr id="354" name="Picture 35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179" y="1779973"/>
              <a:ext cx="1903687" cy="2103120"/>
            </a:xfrm>
            <a:prstGeom prst="rect">
              <a:avLst/>
            </a:prstGeom>
          </p:spPr>
        </p:pic>
        <p:sp>
          <p:nvSpPr>
            <p:cNvPr id="355" name="Rectangle 354"/>
            <p:cNvSpPr/>
            <p:nvPr/>
          </p:nvSpPr>
          <p:spPr>
            <a:xfrm>
              <a:off x="623960" y="2025800"/>
              <a:ext cx="1726687" cy="1995958"/>
            </a:xfrm>
            <a:prstGeom prst="rect">
              <a:avLst/>
            </a:prstGeom>
          </p:spPr>
          <p:txBody>
            <a:bodyPr wrap="square">
              <a:spAutoFit/>
            </a:bodyPr>
            <a:lstStyle/>
            <a:p>
              <a:pPr marL="109538" marR="269875" lvl="2" indent="-109538">
                <a:spcBef>
                  <a:spcPts val="300"/>
                </a:spcBef>
                <a:spcAft>
                  <a:spcPts val="300"/>
                </a:spcAft>
                <a:buFont typeface="Arial" panose="020B0604020202020204" pitchFamily="34" charset="0"/>
                <a:buChar char="•"/>
              </a:pPr>
              <a:r>
                <a:rPr lang="en-US" sz="900" dirty="0"/>
                <a:t>Review Field set up and fill up ATT-6 Pre-job HPWJ checklist </a:t>
              </a:r>
            </a:p>
            <a:p>
              <a:pPr marL="109538" marR="269875" lvl="2" indent="-109538">
                <a:spcBef>
                  <a:spcPts val="300"/>
                </a:spcBef>
                <a:spcAft>
                  <a:spcPts val="300"/>
                </a:spcAft>
                <a:buFont typeface="Arial" panose="020B0604020202020204" pitchFamily="34" charset="0"/>
                <a:buChar char="•"/>
              </a:pPr>
              <a:r>
                <a:rPr lang="en-US" sz="900" dirty="0"/>
                <a:t>Issue HPWJ work </a:t>
              </a:r>
              <a:r>
                <a:rPr lang="en-US" sz="900" dirty="0" smtClean="0"/>
                <a:t>permit</a:t>
              </a:r>
            </a:p>
            <a:p>
              <a:pPr marL="0" marR="269875" lvl="2">
                <a:spcBef>
                  <a:spcPts val="300"/>
                </a:spcBef>
                <a:spcAft>
                  <a:spcPts val="300"/>
                </a:spcAft>
              </a:pPr>
              <a:r>
                <a:rPr lang="en-US" sz="1000" dirty="0" smtClean="0">
                  <a:solidFill>
                    <a:schemeClr val="accent1"/>
                  </a:solidFill>
                </a:rPr>
                <a:t>WP Issuer + HPWJ </a:t>
              </a:r>
              <a:r>
                <a:rPr lang="en-US" sz="1000" dirty="0">
                  <a:solidFill>
                    <a:schemeClr val="accent1"/>
                  </a:solidFill>
                </a:rPr>
                <a:t>authorizing person </a:t>
              </a:r>
              <a:r>
                <a:rPr lang="en-US" sz="1000" dirty="0" smtClean="0">
                  <a:solidFill>
                    <a:schemeClr val="accent1"/>
                  </a:solidFill>
                </a:rPr>
                <a:t>+  </a:t>
              </a:r>
              <a:r>
                <a:rPr lang="en-US" sz="1000" dirty="0">
                  <a:solidFill>
                    <a:schemeClr val="accent1"/>
                  </a:solidFill>
                </a:rPr>
                <a:t>Contractor </a:t>
              </a:r>
              <a:r>
                <a:rPr lang="en-US" sz="1000" dirty="0" err="1" smtClean="0">
                  <a:solidFill>
                    <a:schemeClr val="accent1"/>
                  </a:solidFill>
                </a:rPr>
                <a:t>Supv</a:t>
              </a:r>
              <a:r>
                <a:rPr lang="en-US" sz="1000" dirty="0" smtClean="0">
                  <a:solidFill>
                    <a:schemeClr val="accent1"/>
                  </a:solidFill>
                </a:rPr>
                <a:t>. </a:t>
              </a:r>
              <a:endParaRPr lang="en-US" sz="1000" dirty="0">
                <a:solidFill>
                  <a:schemeClr val="accent1"/>
                </a:solidFill>
              </a:endParaRPr>
            </a:p>
            <a:p>
              <a:pPr marL="109538" marR="269875" lvl="2" indent="-109538">
                <a:spcBef>
                  <a:spcPts val="300"/>
                </a:spcBef>
                <a:spcAft>
                  <a:spcPts val="300"/>
                </a:spcAft>
                <a:buFont typeface="Arial" panose="020B0604020202020204" pitchFamily="34" charset="0"/>
                <a:buChar char="•"/>
              </a:pPr>
              <a:endParaRPr lang="en-US" sz="900" dirty="0"/>
            </a:p>
            <a:p>
              <a:endParaRPr lang="en-US" sz="900" dirty="0"/>
            </a:p>
          </p:txBody>
        </p:sp>
        <p:sp>
          <p:nvSpPr>
            <p:cNvPr id="356" name="Rectangle 355"/>
            <p:cNvSpPr/>
            <p:nvPr/>
          </p:nvSpPr>
          <p:spPr>
            <a:xfrm>
              <a:off x="1332595" y="3667501"/>
              <a:ext cx="1018052" cy="381697"/>
            </a:xfrm>
            <a:prstGeom prst="rect">
              <a:avLst/>
            </a:prstGeom>
          </p:spPr>
          <p:txBody>
            <a:bodyPr wrap="square">
              <a:spAutoFit/>
            </a:bodyPr>
            <a:lstStyle/>
            <a:p>
              <a:r>
                <a:rPr lang="pt-BR" sz="900" dirty="0" smtClean="0">
                  <a:solidFill>
                    <a:schemeClr val="accent1"/>
                  </a:solidFill>
                  <a:latin typeface="SABIC Typeface Text" panose="020B0603060202020204" pitchFamily="34" charset="0"/>
                  <a:cs typeface="SABIC Typeface Text" panose="020B0603060202020204" pitchFamily="34" charset="0"/>
                </a:rPr>
                <a:t>HPWJ </a:t>
              </a:r>
              <a:r>
                <a:rPr lang="pt-BR" sz="900" dirty="0" err="1" smtClean="0">
                  <a:solidFill>
                    <a:schemeClr val="accent1"/>
                  </a:solidFill>
                  <a:latin typeface="SABIC Typeface Text" panose="020B0603060202020204" pitchFamily="34" charset="0"/>
                  <a:cs typeface="SABIC Typeface Text" panose="020B0603060202020204" pitchFamily="34" charset="0"/>
                </a:rPr>
                <a:t>work</a:t>
              </a:r>
              <a:r>
                <a:rPr lang="pt-BR" sz="900" dirty="0" smtClean="0">
                  <a:solidFill>
                    <a:schemeClr val="accent1"/>
                  </a:solidFill>
                  <a:latin typeface="SABIC Typeface Text" panose="020B0603060202020204" pitchFamily="34" charset="0"/>
                  <a:cs typeface="SABIC Typeface Text" panose="020B0603060202020204" pitchFamily="34" charset="0"/>
                </a:rPr>
                <a:t> </a:t>
              </a:r>
              <a:r>
                <a:rPr lang="pt-BR" sz="900" dirty="0" err="1" smtClean="0">
                  <a:solidFill>
                    <a:schemeClr val="accent1"/>
                  </a:solidFill>
                  <a:latin typeface="SABIC Typeface Text" panose="020B0603060202020204" pitchFamily="34" charset="0"/>
                  <a:cs typeface="SABIC Typeface Text" panose="020B0603060202020204" pitchFamily="34" charset="0"/>
                </a:rPr>
                <a:t>permit</a:t>
              </a:r>
              <a:endParaRPr lang="pt-BR" sz="900" dirty="0">
                <a:solidFill>
                  <a:schemeClr val="accent4"/>
                </a:solidFill>
                <a:latin typeface="SABIC Typeface Text" panose="020B0603060202020204" pitchFamily="34" charset="0"/>
                <a:cs typeface="SABIC Typeface Text" panose="020B0603060202020204" pitchFamily="34" charset="0"/>
              </a:endParaRPr>
            </a:p>
          </p:txBody>
        </p:sp>
        <p:sp>
          <p:nvSpPr>
            <p:cNvPr id="357" name="Rectangle 356"/>
            <p:cNvSpPr/>
            <p:nvPr/>
          </p:nvSpPr>
          <p:spPr>
            <a:xfrm>
              <a:off x="1273545" y="1638204"/>
              <a:ext cx="366455" cy="270369"/>
            </a:xfrm>
            <a:prstGeom prst="rect">
              <a:avLst/>
            </a:prstGeom>
          </p:spPr>
          <p:txBody>
            <a:bodyPr wrap="none">
              <a:spAutoFit/>
            </a:bodyPr>
            <a:lstStyle/>
            <a:p>
              <a:r>
                <a:rPr lang="en-US" sz="1100" dirty="0" smtClean="0">
                  <a:solidFill>
                    <a:schemeClr val="bg1"/>
                  </a:solidFill>
                </a:rPr>
                <a:t>07</a:t>
              </a:r>
              <a:endParaRPr lang="en-US" sz="1100" dirty="0">
                <a:solidFill>
                  <a:schemeClr val="bg1"/>
                </a:solidFill>
              </a:endParaRPr>
            </a:p>
          </p:txBody>
        </p:sp>
      </p:grpSp>
      <p:grpSp>
        <p:nvGrpSpPr>
          <p:cNvPr id="358" name="Group 357"/>
          <p:cNvGrpSpPr/>
          <p:nvPr/>
        </p:nvGrpSpPr>
        <p:grpSpPr>
          <a:xfrm>
            <a:off x="5122135" y="3978254"/>
            <a:ext cx="1956379" cy="2334502"/>
            <a:chOff x="2803699" y="1471635"/>
            <a:chExt cx="2021874" cy="2412661"/>
          </a:xfrm>
        </p:grpSpPr>
        <p:sp>
          <p:nvSpPr>
            <p:cNvPr id="359" name="Rounded Rectangle 358"/>
            <p:cNvSpPr/>
            <p:nvPr/>
          </p:nvSpPr>
          <p:spPr bwMode="auto">
            <a:xfrm>
              <a:off x="2924723" y="1735139"/>
              <a:ext cx="1900850" cy="1739086"/>
            </a:xfrm>
            <a:prstGeom prst="roundRect">
              <a:avLst>
                <a:gd name="adj" fmla="val 10381"/>
              </a:avLst>
            </a:prstGeom>
            <a:solidFill>
              <a:schemeClr val="bg1">
                <a:lumMod val="95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61" name="Rectangle 360"/>
            <p:cNvSpPr/>
            <p:nvPr/>
          </p:nvSpPr>
          <p:spPr>
            <a:xfrm>
              <a:off x="3647724" y="3502599"/>
              <a:ext cx="1018052" cy="381697"/>
            </a:xfrm>
            <a:prstGeom prst="rect">
              <a:avLst/>
            </a:prstGeom>
          </p:spPr>
          <p:txBody>
            <a:bodyPr wrap="square">
              <a:spAutoFit/>
            </a:bodyPr>
            <a:lstStyle/>
            <a:p>
              <a:r>
                <a:rPr lang="en-US" sz="900" dirty="0" smtClean="0">
                  <a:solidFill>
                    <a:schemeClr val="accent1"/>
                  </a:solidFill>
                  <a:latin typeface="SABIC Typeface Text" panose="020B0603060202020204" pitchFamily="34" charset="0"/>
                  <a:cs typeface="SABIC Typeface Text" panose="020B0603060202020204" pitchFamily="34" charset="0"/>
                </a:rPr>
                <a:t>HPWJ Execution</a:t>
              </a:r>
              <a:endParaRPr lang="en-US" sz="900" dirty="0">
                <a:solidFill>
                  <a:schemeClr val="accent4"/>
                </a:solidFill>
                <a:latin typeface="SABIC Typeface Text" panose="020B0603060202020204" pitchFamily="34" charset="0"/>
                <a:cs typeface="SABIC Typeface Text" panose="020B0603060202020204" pitchFamily="34" charset="0"/>
              </a:endParaRPr>
            </a:p>
          </p:txBody>
        </p:sp>
        <p:pic>
          <p:nvPicPr>
            <p:cNvPr id="362" name="Picture 36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3699" y="1622031"/>
              <a:ext cx="1903686" cy="2103120"/>
            </a:xfrm>
            <a:prstGeom prst="rect">
              <a:avLst/>
            </a:prstGeom>
          </p:spPr>
        </p:pic>
        <p:sp>
          <p:nvSpPr>
            <p:cNvPr id="363" name="Chord 362"/>
            <p:cNvSpPr/>
            <p:nvPr/>
          </p:nvSpPr>
          <p:spPr bwMode="auto">
            <a:xfrm rot="6740936">
              <a:off x="3536290" y="1471635"/>
              <a:ext cx="441720" cy="441720"/>
            </a:xfrm>
            <a:prstGeom prst="chord">
              <a:avLst>
                <a:gd name="adj1" fmla="val 3668974"/>
                <a:gd name="adj2" fmla="val 15218284"/>
              </a:avLst>
            </a:prstGeom>
            <a:solidFill>
              <a:schemeClr val="accent2"/>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64" name="Rectangle 363"/>
            <p:cNvSpPr/>
            <p:nvPr/>
          </p:nvSpPr>
          <p:spPr>
            <a:xfrm>
              <a:off x="3588674" y="1473302"/>
              <a:ext cx="379708" cy="270369"/>
            </a:xfrm>
            <a:prstGeom prst="rect">
              <a:avLst/>
            </a:prstGeom>
          </p:spPr>
          <p:txBody>
            <a:bodyPr wrap="none">
              <a:spAutoFit/>
            </a:bodyPr>
            <a:lstStyle/>
            <a:p>
              <a:r>
                <a:rPr lang="en-US" sz="1100" dirty="0" smtClean="0"/>
                <a:t>08</a:t>
              </a:r>
              <a:endParaRPr lang="en-US" sz="1100" dirty="0"/>
            </a:p>
          </p:txBody>
        </p:sp>
        <p:sp>
          <p:nvSpPr>
            <p:cNvPr id="360" name="Rectangle 359"/>
            <p:cNvSpPr/>
            <p:nvPr/>
          </p:nvSpPr>
          <p:spPr>
            <a:xfrm>
              <a:off x="2939089" y="1860898"/>
              <a:ext cx="1726687" cy="1542692"/>
            </a:xfrm>
            <a:prstGeom prst="rect">
              <a:avLst/>
            </a:prstGeom>
          </p:spPr>
          <p:txBody>
            <a:bodyPr wrap="square">
              <a:spAutoFit/>
            </a:bodyPr>
            <a:lstStyle/>
            <a:p>
              <a:pPr marL="109538" marR="269875" lvl="2" indent="-109538">
                <a:spcBef>
                  <a:spcPts val="300"/>
                </a:spcBef>
                <a:spcAft>
                  <a:spcPts val="300"/>
                </a:spcAft>
                <a:buFont typeface="Arial" panose="020B0604020202020204" pitchFamily="34" charset="0"/>
                <a:buChar char="•"/>
              </a:pPr>
              <a:r>
                <a:rPr lang="en-US" sz="900" dirty="0"/>
                <a:t>Perform HPWJ work complying to safe work practices &amp; site </a:t>
              </a:r>
              <a:r>
                <a:rPr lang="en-US" sz="900" dirty="0" smtClean="0"/>
                <a:t>instructions</a:t>
              </a:r>
            </a:p>
            <a:p>
              <a:pPr marL="0" marR="269875" lvl="2" defTabSz="1160924" hangingPunct="0">
                <a:spcBef>
                  <a:spcPts val="300"/>
                </a:spcBef>
                <a:spcAft>
                  <a:spcPts val="300"/>
                </a:spcAft>
              </a:pPr>
              <a:r>
                <a:rPr lang="en-US" sz="1000" dirty="0" smtClean="0">
                  <a:solidFill>
                    <a:schemeClr val="accent1"/>
                  </a:solidFill>
                </a:rPr>
                <a:t>HPWJ </a:t>
              </a:r>
              <a:r>
                <a:rPr lang="en-US" sz="1000" dirty="0">
                  <a:solidFill>
                    <a:schemeClr val="accent1"/>
                  </a:solidFill>
                </a:rPr>
                <a:t>Contractor Supervisor &amp; </a:t>
              </a:r>
              <a:r>
                <a:rPr lang="en-US" sz="1000" dirty="0" smtClean="0">
                  <a:solidFill>
                    <a:schemeClr val="accent1"/>
                  </a:solidFill>
                </a:rPr>
                <a:t>employees; HPWJ </a:t>
              </a:r>
              <a:r>
                <a:rPr lang="en-US" sz="1000" dirty="0">
                  <a:solidFill>
                    <a:schemeClr val="accent1"/>
                  </a:solidFill>
                </a:rPr>
                <a:t>authorizing person  to </a:t>
              </a:r>
              <a:r>
                <a:rPr lang="en-US" sz="1000" dirty="0" smtClean="0">
                  <a:solidFill>
                    <a:schemeClr val="accent1"/>
                  </a:solidFill>
                </a:rPr>
                <a:t>supervise.</a:t>
              </a:r>
              <a:endParaRPr lang="en-US" sz="900" dirty="0"/>
            </a:p>
          </p:txBody>
        </p:sp>
      </p:grpSp>
      <p:grpSp>
        <p:nvGrpSpPr>
          <p:cNvPr id="365" name="Group 364"/>
          <p:cNvGrpSpPr/>
          <p:nvPr/>
        </p:nvGrpSpPr>
        <p:grpSpPr>
          <a:xfrm>
            <a:off x="7426840" y="3986889"/>
            <a:ext cx="1954823" cy="2196003"/>
            <a:chOff x="5113321" y="1480269"/>
            <a:chExt cx="2020266" cy="2269525"/>
          </a:xfrm>
        </p:grpSpPr>
        <p:sp>
          <p:nvSpPr>
            <p:cNvPr id="366" name="Rounded Rectangle 365"/>
            <p:cNvSpPr/>
            <p:nvPr/>
          </p:nvSpPr>
          <p:spPr bwMode="auto">
            <a:xfrm>
              <a:off x="5232737" y="1743774"/>
              <a:ext cx="1900850" cy="1739086"/>
            </a:xfrm>
            <a:prstGeom prst="roundRect">
              <a:avLst>
                <a:gd name="adj" fmla="val 10381"/>
              </a:avLst>
            </a:prstGeom>
            <a:solidFill>
              <a:schemeClr val="bg1">
                <a:lumMod val="95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68" name="Rectangle 367"/>
            <p:cNvSpPr/>
            <p:nvPr/>
          </p:nvSpPr>
          <p:spPr>
            <a:xfrm>
              <a:off x="5955738" y="3511234"/>
              <a:ext cx="1018052" cy="238560"/>
            </a:xfrm>
            <a:prstGeom prst="rect">
              <a:avLst/>
            </a:prstGeom>
          </p:spPr>
          <p:txBody>
            <a:bodyPr wrap="square">
              <a:spAutoFit/>
            </a:bodyPr>
            <a:lstStyle/>
            <a:p>
              <a:r>
                <a:rPr lang="en-US" sz="900" dirty="0" smtClean="0">
                  <a:solidFill>
                    <a:schemeClr val="accent1"/>
                  </a:solidFill>
                  <a:latin typeface="SABIC Typeface Text" panose="020B0603060202020204" pitchFamily="34" charset="0"/>
                  <a:cs typeface="SABIC Typeface Text" panose="020B0603060202020204" pitchFamily="34" charset="0"/>
                </a:rPr>
                <a:t>Restore Site</a:t>
              </a:r>
              <a:endParaRPr lang="en-US" sz="900" dirty="0">
                <a:solidFill>
                  <a:schemeClr val="accent4"/>
                </a:solidFill>
                <a:latin typeface="SABIC Typeface Text" panose="020B0603060202020204" pitchFamily="34" charset="0"/>
                <a:cs typeface="SABIC Typeface Text" panose="020B0603060202020204" pitchFamily="34" charset="0"/>
              </a:endParaRPr>
            </a:p>
          </p:txBody>
        </p:sp>
        <p:pic>
          <p:nvPicPr>
            <p:cNvPr id="369" name="Picture 3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3321" y="1623861"/>
              <a:ext cx="1903686" cy="2103120"/>
            </a:xfrm>
            <a:prstGeom prst="rect">
              <a:avLst/>
            </a:prstGeom>
          </p:spPr>
        </p:pic>
        <p:sp>
          <p:nvSpPr>
            <p:cNvPr id="370" name="Chord 369"/>
            <p:cNvSpPr/>
            <p:nvPr/>
          </p:nvSpPr>
          <p:spPr bwMode="auto">
            <a:xfrm rot="6740936">
              <a:off x="5844304" y="1480269"/>
              <a:ext cx="441720" cy="441720"/>
            </a:xfrm>
            <a:prstGeom prst="chord">
              <a:avLst>
                <a:gd name="adj1" fmla="val 3668974"/>
                <a:gd name="adj2" fmla="val 15218284"/>
              </a:avLst>
            </a:prstGeom>
            <a:solidFill>
              <a:schemeClr val="accent5"/>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71" name="Rectangle 370"/>
            <p:cNvSpPr/>
            <p:nvPr/>
          </p:nvSpPr>
          <p:spPr>
            <a:xfrm>
              <a:off x="5896688" y="1481937"/>
              <a:ext cx="371426" cy="270369"/>
            </a:xfrm>
            <a:prstGeom prst="rect">
              <a:avLst/>
            </a:prstGeom>
          </p:spPr>
          <p:txBody>
            <a:bodyPr wrap="none">
              <a:spAutoFit/>
            </a:bodyPr>
            <a:lstStyle/>
            <a:p>
              <a:r>
                <a:rPr lang="en-US" sz="1100" dirty="0" smtClean="0">
                  <a:solidFill>
                    <a:schemeClr val="bg1"/>
                  </a:solidFill>
                </a:rPr>
                <a:t>09</a:t>
              </a:r>
              <a:endParaRPr lang="en-US" sz="1100" dirty="0">
                <a:solidFill>
                  <a:schemeClr val="bg1"/>
                </a:solidFill>
              </a:endParaRPr>
            </a:p>
          </p:txBody>
        </p:sp>
        <p:sp>
          <p:nvSpPr>
            <p:cNvPr id="367" name="Rectangle 366"/>
            <p:cNvSpPr/>
            <p:nvPr/>
          </p:nvSpPr>
          <p:spPr>
            <a:xfrm>
              <a:off x="5247103" y="1869533"/>
              <a:ext cx="1726687" cy="1367748"/>
            </a:xfrm>
            <a:prstGeom prst="rect">
              <a:avLst/>
            </a:prstGeom>
          </p:spPr>
          <p:txBody>
            <a:bodyPr wrap="square">
              <a:spAutoFit/>
            </a:bodyPr>
            <a:lstStyle/>
            <a:p>
              <a:pPr marL="0" marR="269875" lvl="2" defTabSz="1160924" hangingPunct="0">
                <a:spcBef>
                  <a:spcPts val="300"/>
                </a:spcBef>
                <a:spcAft>
                  <a:spcPts val="300"/>
                </a:spcAft>
              </a:pPr>
              <a:r>
                <a:rPr lang="en-US" sz="1000" dirty="0"/>
                <a:t>Remove equipment, restore </a:t>
              </a:r>
              <a:r>
                <a:rPr lang="en-US" sz="1000" dirty="0" smtClean="0"/>
                <a:t>site</a:t>
              </a:r>
            </a:p>
            <a:p>
              <a:pPr marL="0" marR="269875" lvl="2" defTabSz="1160924" hangingPunct="0">
                <a:spcBef>
                  <a:spcPts val="300"/>
                </a:spcBef>
                <a:spcAft>
                  <a:spcPts val="300"/>
                </a:spcAft>
              </a:pPr>
              <a:r>
                <a:rPr lang="en-US" sz="1000" dirty="0">
                  <a:solidFill>
                    <a:schemeClr val="accent1"/>
                  </a:solidFill>
                </a:rPr>
                <a:t>HPWJ Contractor Supervisor &amp; employees</a:t>
              </a:r>
            </a:p>
            <a:p>
              <a:pPr marL="0" marR="269875" lvl="2" defTabSz="1160924" hangingPunct="0">
                <a:spcBef>
                  <a:spcPts val="300"/>
                </a:spcBef>
                <a:spcAft>
                  <a:spcPts val="300"/>
                </a:spcAft>
              </a:pPr>
              <a:endParaRPr lang="en-US" sz="1000" dirty="0"/>
            </a:p>
          </p:txBody>
        </p:sp>
      </p:grpSp>
      <p:grpSp>
        <p:nvGrpSpPr>
          <p:cNvPr id="372" name="Group 371"/>
          <p:cNvGrpSpPr/>
          <p:nvPr/>
        </p:nvGrpSpPr>
        <p:grpSpPr>
          <a:xfrm>
            <a:off x="9745276" y="3986827"/>
            <a:ext cx="1954822" cy="2196003"/>
            <a:chOff x="490179" y="1636536"/>
            <a:chExt cx="2020265" cy="2269525"/>
          </a:xfrm>
        </p:grpSpPr>
        <p:sp>
          <p:nvSpPr>
            <p:cNvPr id="373" name="Chord 372"/>
            <p:cNvSpPr/>
            <p:nvPr/>
          </p:nvSpPr>
          <p:spPr bwMode="auto">
            <a:xfrm rot="6740936">
              <a:off x="1221161" y="1636536"/>
              <a:ext cx="441720" cy="441720"/>
            </a:xfrm>
            <a:prstGeom prst="chord">
              <a:avLst>
                <a:gd name="adj1" fmla="val 3668974"/>
                <a:gd name="adj2" fmla="val 15218284"/>
              </a:avLst>
            </a:prstGeom>
            <a:solidFill>
              <a:schemeClr val="accent1"/>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74" name="Rounded Rectangle 373"/>
            <p:cNvSpPr/>
            <p:nvPr/>
          </p:nvSpPr>
          <p:spPr bwMode="auto">
            <a:xfrm>
              <a:off x="609594" y="1900041"/>
              <a:ext cx="1900850" cy="1739086"/>
            </a:xfrm>
            <a:prstGeom prst="roundRect">
              <a:avLst>
                <a:gd name="adj" fmla="val 10381"/>
              </a:avLst>
            </a:prstGeom>
            <a:solidFill>
              <a:schemeClr val="accent1">
                <a:lumMod val="60000"/>
                <a:lumOff val="40000"/>
                <a:alpha val="25000"/>
              </a:schemeClr>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pic>
          <p:nvPicPr>
            <p:cNvPr id="375" name="Picture 37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179" y="1779973"/>
              <a:ext cx="1903687" cy="2103120"/>
            </a:xfrm>
            <a:prstGeom prst="rect">
              <a:avLst/>
            </a:prstGeom>
          </p:spPr>
        </p:pic>
        <p:sp>
          <p:nvSpPr>
            <p:cNvPr id="376" name="Rectangle 375"/>
            <p:cNvSpPr/>
            <p:nvPr/>
          </p:nvSpPr>
          <p:spPr>
            <a:xfrm>
              <a:off x="623960" y="2025800"/>
              <a:ext cx="1726687" cy="1447268"/>
            </a:xfrm>
            <a:prstGeom prst="rect">
              <a:avLst/>
            </a:prstGeom>
          </p:spPr>
          <p:txBody>
            <a:bodyPr wrap="square">
              <a:spAutoFit/>
            </a:bodyPr>
            <a:lstStyle/>
            <a:p>
              <a:pPr marL="0" marR="269875" lvl="2" defTabSz="1160924" hangingPunct="0">
                <a:spcBef>
                  <a:spcPts val="300"/>
                </a:spcBef>
                <a:spcAft>
                  <a:spcPts val="300"/>
                </a:spcAft>
              </a:pPr>
              <a:r>
                <a:rPr lang="en-US" sz="1000" dirty="0"/>
                <a:t>Return and sign-off </a:t>
              </a:r>
              <a:r>
                <a:rPr lang="en-US" sz="1000" dirty="0" smtClean="0"/>
                <a:t>permit</a:t>
              </a:r>
            </a:p>
            <a:p>
              <a:pPr marL="0" marR="269875" lvl="2" defTabSz="1160924" hangingPunct="0">
                <a:spcBef>
                  <a:spcPts val="300"/>
                </a:spcBef>
                <a:spcAft>
                  <a:spcPts val="300"/>
                </a:spcAft>
              </a:pPr>
              <a:r>
                <a:rPr lang="en-US" sz="1000" dirty="0">
                  <a:solidFill>
                    <a:schemeClr val="accent1"/>
                  </a:solidFill>
                </a:rPr>
                <a:t>HPWJ Contractor Supervisor &amp; Safety team agreed by HPWJ authorizing person and area </a:t>
              </a:r>
              <a:r>
                <a:rPr lang="en-US" sz="1000" dirty="0" smtClean="0">
                  <a:solidFill>
                    <a:schemeClr val="accent1"/>
                  </a:solidFill>
                </a:rPr>
                <a:t>owner</a:t>
              </a:r>
              <a:endParaRPr lang="en-US" sz="1000" dirty="0"/>
            </a:p>
          </p:txBody>
        </p:sp>
        <p:sp>
          <p:nvSpPr>
            <p:cNvPr id="377" name="Rectangle 376"/>
            <p:cNvSpPr/>
            <p:nvPr/>
          </p:nvSpPr>
          <p:spPr>
            <a:xfrm>
              <a:off x="1332595" y="3667501"/>
              <a:ext cx="1018052" cy="238560"/>
            </a:xfrm>
            <a:prstGeom prst="rect">
              <a:avLst/>
            </a:prstGeom>
          </p:spPr>
          <p:txBody>
            <a:bodyPr wrap="square">
              <a:spAutoFit/>
            </a:bodyPr>
            <a:lstStyle/>
            <a:p>
              <a:r>
                <a:rPr lang="en-US" sz="900" dirty="0" smtClean="0">
                  <a:solidFill>
                    <a:schemeClr val="accent1"/>
                  </a:solidFill>
                  <a:latin typeface="SABIC Typeface Text" panose="020B0603060202020204" pitchFamily="34" charset="0"/>
                  <a:cs typeface="SABIC Typeface Text" panose="020B0603060202020204" pitchFamily="34" charset="0"/>
                </a:rPr>
                <a:t>Finish </a:t>
              </a:r>
              <a:endParaRPr lang="en-US" sz="900" dirty="0">
                <a:solidFill>
                  <a:schemeClr val="accent4"/>
                </a:solidFill>
                <a:latin typeface="SABIC Typeface Text" panose="020B0603060202020204" pitchFamily="34" charset="0"/>
                <a:cs typeface="SABIC Typeface Text" panose="020B0603060202020204" pitchFamily="34" charset="0"/>
              </a:endParaRPr>
            </a:p>
          </p:txBody>
        </p:sp>
        <p:sp>
          <p:nvSpPr>
            <p:cNvPr id="378" name="Rectangle 377"/>
            <p:cNvSpPr/>
            <p:nvPr/>
          </p:nvSpPr>
          <p:spPr>
            <a:xfrm>
              <a:off x="1273545" y="1638204"/>
              <a:ext cx="348232" cy="270369"/>
            </a:xfrm>
            <a:prstGeom prst="rect">
              <a:avLst/>
            </a:prstGeom>
          </p:spPr>
          <p:txBody>
            <a:bodyPr wrap="none">
              <a:spAutoFit/>
            </a:bodyPr>
            <a:lstStyle/>
            <a:p>
              <a:r>
                <a:rPr lang="en-US" sz="1100" dirty="0" smtClean="0">
                  <a:solidFill>
                    <a:schemeClr val="bg1"/>
                  </a:solidFill>
                </a:rPr>
                <a:t>10</a:t>
              </a:r>
              <a:endParaRPr lang="en-US" sz="1100" dirty="0">
                <a:solidFill>
                  <a:schemeClr val="bg1"/>
                </a:solidFill>
              </a:endParaRPr>
            </a:p>
          </p:txBody>
        </p:sp>
      </p:grpSp>
      <p:sp>
        <p:nvSpPr>
          <p:cNvPr id="17" name="Pentagon 16"/>
          <p:cNvSpPr/>
          <p:nvPr/>
        </p:nvSpPr>
        <p:spPr bwMode="auto">
          <a:xfrm>
            <a:off x="2446666" y="2267636"/>
            <a:ext cx="315214" cy="286490"/>
          </a:xfrm>
          <a:prstGeom prst="homePlate">
            <a:avLst/>
          </a:prstGeom>
          <a:solidFill>
            <a:schemeClr val="accent1"/>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79" name="Pentagon 378"/>
          <p:cNvSpPr/>
          <p:nvPr/>
        </p:nvSpPr>
        <p:spPr bwMode="auto">
          <a:xfrm>
            <a:off x="4765267" y="2267636"/>
            <a:ext cx="315214" cy="286490"/>
          </a:xfrm>
          <a:prstGeom prst="homePlate">
            <a:avLst/>
          </a:prstGeom>
          <a:solidFill>
            <a:schemeClr val="accent2"/>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80" name="Pentagon 379"/>
          <p:cNvSpPr/>
          <p:nvPr/>
        </p:nvSpPr>
        <p:spPr bwMode="auto">
          <a:xfrm>
            <a:off x="7062480" y="2265956"/>
            <a:ext cx="315214" cy="286490"/>
          </a:xfrm>
          <a:prstGeom prst="homePlate">
            <a:avLst/>
          </a:prstGeom>
          <a:solidFill>
            <a:schemeClr val="accent5"/>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81" name="Pentagon 380"/>
          <p:cNvSpPr/>
          <p:nvPr/>
        </p:nvSpPr>
        <p:spPr bwMode="auto">
          <a:xfrm>
            <a:off x="9389801" y="2265956"/>
            <a:ext cx="315214" cy="286490"/>
          </a:xfrm>
          <a:prstGeom prst="homePlate">
            <a:avLst/>
          </a:prstGeom>
          <a:solidFill>
            <a:schemeClr val="accent1"/>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82" name="Pentagon 381"/>
          <p:cNvSpPr/>
          <p:nvPr/>
        </p:nvSpPr>
        <p:spPr bwMode="auto">
          <a:xfrm>
            <a:off x="2443501" y="4938311"/>
            <a:ext cx="315214" cy="286490"/>
          </a:xfrm>
          <a:prstGeom prst="homePlate">
            <a:avLst/>
          </a:prstGeom>
          <a:solidFill>
            <a:schemeClr val="accent5"/>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83" name="Pentagon 382"/>
          <p:cNvSpPr/>
          <p:nvPr/>
        </p:nvSpPr>
        <p:spPr bwMode="auto">
          <a:xfrm>
            <a:off x="4761519" y="4938959"/>
            <a:ext cx="315214" cy="286490"/>
          </a:xfrm>
          <a:prstGeom prst="homePlate">
            <a:avLst/>
          </a:prstGeom>
          <a:solidFill>
            <a:schemeClr val="accent1"/>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84" name="Pentagon 383"/>
          <p:cNvSpPr/>
          <p:nvPr/>
        </p:nvSpPr>
        <p:spPr bwMode="auto">
          <a:xfrm>
            <a:off x="7080120" y="4938959"/>
            <a:ext cx="315214" cy="286490"/>
          </a:xfrm>
          <a:prstGeom prst="homePlate">
            <a:avLst/>
          </a:prstGeom>
          <a:solidFill>
            <a:schemeClr val="accent2"/>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
        <p:nvSpPr>
          <p:cNvPr id="385" name="Pentagon 384"/>
          <p:cNvSpPr/>
          <p:nvPr/>
        </p:nvSpPr>
        <p:spPr bwMode="auto">
          <a:xfrm>
            <a:off x="9385833" y="4938311"/>
            <a:ext cx="315214" cy="286490"/>
          </a:xfrm>
          <a:prstGeom prst="homePlate">
            <a:avLst/>
          </a:prstGeom>
          <a:solidFill>
            <a:schemeClr val="accent5"/>
          </a:solidFill>
          <a:ln w="9525" cap="flat" cmpd="sng" algn="ctr">
            <a:noFill/>
            <a:prstDash val="solid"/>
            <a:round/>
            <a:headEnd type="none" w="med" len="med"/>
            <a:tailEnd type="none" w="med" len="med"/>
          </a:ln>
          <a:effectLst/>
          <a:extLst/>
        </p:spPr>
        <p:txBody>
          <a:bodyPr vert="horz" wrap="square" lIns="72000" tIns="72000" rIns="72000" bIns="720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Wingdings" pitchFamily="2" charset="2"/>
              <a:buNone/>
              <a:tabLst/>
            </a:pPr>
            <a:endParaRPr kumimoji="0" lang="en-US" sz="1600" b="0" i="0" u="none" strike="noStrike" cap="none" normalizeH="0" baseline="0" dirty="0" smtClean="0">
              <a:ln>
                <a:noFill/>
              </a:ln>
              <a:solidFill>
                <a:schemeClr val="tx1"/>
              </a:solidFill>
              <a:effectLst/>
              <a:latin typeface="Arial" pitchFamily="34" charset="0"/>
            </a:endParaRPr>
          </a:p>
        </p:txBody>
      </p:sp>
    </p:spTree>
    <p:extLst>
      <p:ext uri="{BB962C8B-B14F-4D97-AF65-F5344CB8AC3E}">
        <p14:creationId xmlns:p14="http://schemas.microsoft.com/office/powerpoint/2010/main" val="16024719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2276476" y="300039"/>
            <a:ext cx="20177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2291" name="Rectangle 3"/>
          <p:cNvSpPr>
            <a:spLocks noChangeArrowheads="1"/>
          </p:cNvSpPr>
          <p:nvPr/>
        </p:nvSpPr>
        <p:spPr bwMode="auto">
          <a:xfrm>
            <a:off x="3173414" y="6415089"/>
            <a:ext cx="4484687" cy="5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2292" name="Rectangle 4"/>
          <p:cNvSpPr>
            <a:spLocks noChangeArrowheads="1"/>
          </p:cNvSpPr>
          <p:nvPr/>
        </p:nvSpPr>
        <p:spPr bwMode="auto">
          <a:xfrm>
            <a:off x="2500314" y="374651"/>
            <a:ext cx="7775575"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2293" name="Rectangle 5"/>
          <p:cNvSpPr>
            <a:spLocks noChangeArrowheads="1"/>
          </p:cNvSpPr>
          <p:nvPr/>
        </p:nvSpPr>
        <p:spPr bwMode="auto">
          <a:xfrm>
            <a:off x="2574925" y="1047750"/>
            <a:ext cx="8148638" cy="577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8" name="Rectangle 7"/>
          <p:cNvSpPr/>
          <p:nvPr/>
        </p:nvSpPr>
        <p:spPr>
          <a:xfrm>
            <a:off x="377624" y="664908"/>
            <a:ext cx="10701969" cy="400110"/>
          </a:xfrm>
          <a:prstGeom prst="rect">
            <a:avLst/>
          </a:prstGeom>
        </p:spPr>
        <p:txBody>
          <a:bodyPr wrap="none">
            <a:spAutoFit/>
          </a:bodyPr>
          <a:lstStyle/>
          <a:p>
            <a:r>
              <a:rPr lang="en-US" altLang="en-US" sz="2000" cap="all" dirty="0" smtClean="0">
                <a:solidFill>
                  <a:schemeClr val="tx2"/>
                </a:solidFill>
                <a:latin typeface="+mj-lt"/>
                <a:ea typeface="+mj-ea"/>
                <a:cs typeface="+mj-cs"/>
              </a:rPr>
              <a:t>HPWJ OPERATIONS – HPWJ PRE-job HPWJ SAFETY checklist &amp; WORK PERMIT</a:t>
            </a:r>
            <a:endParaRPr lang="en-US" sz="2000" cap="all" dirty="0">
              <a:solidFill>
                <a:schemeClr val="tx2"/>
              </a:solidFill>
              <a:latin typeface="+mj-lt"/>
              <a:ea typeface="+mj-ea"/>
              <a:cs typeface="+mj-cs"/>
            </a:endParaRPr>
          </a:p>
        </p:txBody>
      </p:sp>
      <p:sp>
        <p:nvSpPr>
          <p:cNvPr id="9" name="Rectangle 75"/>
          <p:cNvSpPr>
            <a:spLocks noChangeArrowheads="1"/>
          </p:cNvSpPr>
          <p:nvPr/>
        </p:nvSpPr>
        <p:spPr bwMode="auto">
          <a:xfrm>
            <a:off x="1819339" y="2894012"/>
            <a:ext cx="8267700" cy="1787169"/>
          </a:xfrm>
          <a:prstGeom prst="rect">
            <a:avLst/>
          </a:prstGeom>
          <a:solidFill>
            <a:srgbClr val="00B0F0"/>
          </a:solidFill>
          <a:ln w="12700">
            <a:solidFill>
              <a:schemeClr val="tx1"/>
            </a:solidFill>
            <a:miter lim="800000"/>
            <a:headEnd/>
            <a:tailEnd/>
          </a:ln>
          <a:effectLst>
            <a:outerShdw dist="107763" dir="2700000" algn="ctr" rotWithShape="0">
              <a:schemeClr val="tx1"/>
            </a:outerShdw>
          </a:effectLst>
        </p:spPr>
        <p:txBody>
          <a:bodyPr lIns="92075" tIns="46038" rIns="92075" bIns="46038"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b="1" dirty="0">
                <a:solidFill>
                  <a:schemeClr val="bg1"/>
                </a:solidFill>
                <a:latin typeface="Arial Rounded MT Bold" panose="020F0704030504030204" pitchFamily="34" charset="0"/>
              </a:rPr>
              <a:t>  </a:t>
            </a:r>
            <a:r>
              <a:rPr lang="en-US" altLang="en-US" sz="2000" b="1" dirty="0">
                <a:solidFill>
                  <a:schemeClr val="bg1"/>
                </a:solidFill>
                <a:latin typeface="Arial Rounded MT Bold" panose="020F0704030504030204" pitchFamily="34" charset="0"/>
              </a:rPr>
              <a:t>FAMILIARIZE</a:t>
            </a:r>
            <a:r>
              <a:rPr lang="en-US" altLang="en-US" sz="3200" b="1" dirty="0" smtClean="0">
                <a:solidFill>
                  <a:schemeClr val="bg1"/>
                </a:solidFill>
                <a:latin typeface="Arial Rounded MT Bold" panose="020F0704030504030204" pitchFamily="34" charset="0"/>
              </a:rPr>
              <a:t> </a:t>
            </a:r>
            <a:r>
              <a:rPr lang="en-US" altLang="en-US" sz="2000" b="1" dirty="0" smtClean="0">
                <a:solidFill>
                  <a:schemeClr val="bg1"/>
                </a:solidFill>
                <a:latin typeface="Arial Rounded MT Bold" panose="020F0704030504030204" pitchFamily="34" charset="0"/>
              </a:rPr>
              <a:t>SABIC </a:t>
            </a:r>
            <a:r>
              <a:rPr lang="en-US" altLang="en-US" sz="2000" b="1" dirty="0">
                <a:solidFill>
                  <a:schemeClr val="bg1"/>
                </a:solidFill>
                <a:latin typeface="Arial Rounded MT Bold" panose="020F0704030504030204" pitchFamily="34" charset="0"/>
              </a:rPr>
              <a:t>SHEM </a:t>
            </a:r>
            <a:r>
              <a:rPr lang="en-US" altLang="en-US" sz="2000" b="1" dirty="0" smtClean="0">
                <a:solidFill>
                  <a:schemeClr val="bg1"/>
                </a:solidFill>
                <a:latin typeface="Arial Rounded MT Bold" panose="020F0704030504030204" pitchFamily="34" charset="0"/>
              </a:rPr>
              <a:t>08.07:</a:t>
            </a:r>
          </a:p>
          <a:p>
            <a:pPr algn="ctr"/>
            <a:r>
              <a:rPr lang="en-US" altLang="en-US" sz="2000" b="1" dirty="0" smtClean="0">
                <a:solidFill>
                  <a:schemeClr val="bg1"/>
                </a:solidFill>
                <a:latin typeface="Arial Rounded MT Bold" panose="020F0704030504030204" pitchFamily="34" charset="0"/>
              </a:rPr>
              <a:t>  </a:t>
            </a:r>
          </a:p>
          <a:p>
            <a:pPr marL="342900" indent="-342900" algn="ctr">
              <a:buFont typeface="Arial" panose="020B0604020202020204" pitchFamily="34" charset="0"/>
              <a:buChar char="•"/>
            </a:pPr>
            <a:r>
              <a:rPr lang="en-US" altLang="en-US" sz="2000" b="1" dirty="0" smtClean="0">
                <a:solidFill>
                  <a:schemeClr val="bg1"/>
                </a:solidFill>
                <a:latin typeface="Arial Rounded MT Bold" panose="020F0704030504030204" pitchFamily="34" charset="0"/>
              </a:rPr>
              <a:t>PRE-JOB HPWJ SAFETY CHECKLIST (ATT-6)</a:t>
            </a:r>
          </a:p>
          <a:p>
            <a:pPr marL="342900" indent="-342900" algn="ctr">
              <a:buFont typeface="Arial" panose="020B0604020202020204" pitchFamily="34" charset="0"/>
              <a:buChar char="•"/>
            </a:pPr>
            <a:endParaRPr lang="en-US" altLang="en-US" sz="2000" b="1" dirty="0" smtClean="0">
              <a:solidFill>
                <a:schemeClr val="bg1"/>
              </a:solidFill>
              <a:latin typeface="Arial Rounded MT Bold" panose="020F0704030504030204" pitchFamily="34" charset="0"/>
            </a:endParaRPr>
          </a:p>
          <a:p>
            <a:pPr marL="342900" indent="-342900" algn="ctr">
              <a:buFont typeface="Arial" panose="020B0604020202020204" pitchFamily="34" charset="0"/>
              <a:buChar char="•"/>
            </a:pPr>
            <a:r>
              <a:rPr lang="en-US" altLang="en-US" sz="2000" b="1" dirty="0" smtClean="0">
                <a:solidFill>
                  <a:schemeClr val="bg1"/>
                </a:solidFill>
                <a:latin typeface="Arial Rounded MT Bold" panose="020F0704030504030204" pitchFamily="34" charset="0"/>
              </a:rPr>
              <a:t>HIGH </a:t>
            </a:r>
            <a:r>
              <a:rPr lang="en-US" altLang="en-US" sz="2000" b="1" dirty="0">
                <a:solidFill>
                  <a:schemeClr val="bg1"/>
                </a:solidFill>
                <a:latin typeface="Arial Rounded MT Bold" panose="020F0704030504030204" pitchFamily="34" charset="0"/>
              </a:rPr>
              <a:t>PRESSURE WATER </a:t>
            </a:r>
            <a:r>
              <a:rPr lang="en-US" altLang="en-US" sz="2000" b="1" dirty="0" smtClean="0">
                <a:solidFill>
                  <a:schemeClr val="bg1"/>
                </a:solidFill>
                <a:latin typeface="Arial Rounded MT Bold" panose="020F0704030504030204" pitchFamily="34" charset="0"/>
              </a:rPr>
              <a:t>JETTING WORK PERMIT</a:t>
            </a:r>
            <a:endParaRPr lang="en-US" altLang="en-US" sz="2000" b="1"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412910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9"/>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1" y="669"/>
            <a:ext cx="12190808" cy="6857330"/>
          </a:xfrm>
          <a:prstGeom prst="rect">
            <a:avLst/>
          </a:prstGeom>
        </p:spPr>
      </p:pic>
      <p:sp>
        <p:nvSpPr>
          <p:cNvPr id="5" name="Rectangle 4"/>
          <p:cNvSpPr/>
          <p:nvPr/>
        </p:nvSpPr>
        <p:spPr bwMode="auto">
          <a:xfrm>
            <a:off x="3039320" y="2859605"/>
            <a:ext cx="6102221" cy="1004467"/>
          </a:xfrm>
          <a:prstGeom prst="rect">
            <a:avLst/>
          </a:prstGeom>
          <a:solidFill>
            <a:srgbClr val="FFFFFF">
              <a:alpha val="80000"/>
            </a:srgbClr>
          </a:solidFill>
          <a:ln w="9525" cap="flat" cmpd="sng" algn="ctr">
            <a:noFill/>
            <a:prstDash val="solid"/>
            <a:round/>
            <a:headEnd type="none" w="med" len="med"/>
            <a:tailEnd type="none" w="med" len="med"/>
          </a:ln>
          <a:effectLst/>
          <a:extLst/>
        </p:spPr>
        <p:txBody>
          <a:bodyPr vert="horz" wrap="square" lIns="91413" tIns="91413" rIns="91413" bIns="91413" numCol="1" rtlCol="0" anchor="ctr" anchorCtr="0" compatLnSpc="1">
            <a:prstTxWarp prst="textNoShape">
              <a:avLst/>
            </a:prstTxWarp>
          </a:bodyPr>
          <a:lstStyle/>
          <a:p>
            <a:pPr marL="0" marR="0" indent="0" algn="ctr" defTabSz="1160924" rtl="0" eaLnBrk="1" fontAlgn="base" latinLnBrk="0" hangingPunct="1">
              <a:lnSpc>
                <a:spcPct val="100000"/>
              </a:lnSpc>
              <a:spcBef>
                <a:spcPct val="0"/>
              </a:spcBef>
              <a:spcAft>
                <a:spcPct val="0"/>
              </a:spcAft>
              <a:buClrTx/>
              <a:buSzTx/>
              <a:buFont typeface="Wingdings" pitchFamily="2" charset="2"/>
              <a:buNone/>
              <a:tabLst/>
            </a:pPr>
            <a:endParaRPr kumimoji="0" lang="en-US" sz="2033" b="0" i="0" u="none" strike="noStrike" cap="none" normalizeH="0" baseline="0" dirty="0" smtClean="0">
              <a:ln>
                <a:noFill/>
              </a:ln>
              <a:solidFill>
                <a:schemeClr val="tx1"/>
              </a:solidFill>
              <a:effectLst/>
              <a:latin typeface="Arial" pitchFamily="34" charset="0"/>
            </a:endParaRPr>
          </a:p>
        </p:txBody>
      </p:sp>
      <p:sp>
        <p:nvSpPr>
          <p:cNvPr id="3" name="Text Placeholder 2"/>
          <p:cNvSpPr>
            <a:spLocks noGrp="1"/>
          </p:cNvSpPr>
          <p:nvPr>
            <p:ph type="body" sz="quarter" idx="11"/>
          </p:nvPr>
        </p:nvSpPr>
        <p:spPr/>
        <p:txBody>
          <a:bodyPr/>
          <a:lstStyle/>
          <a:p>
            <a:r>
              <a:rPr lang="en-US" smtClean="0"/>
              <a:t>Thank you</a:t>
            </a:r>
            <a:endParaRPr lang="en-US" dirty="0"/>
          </a:p>
        </p:txBody>
      </p:sp>
    </p:spTree>
    <p:extLst>
      <p:ext uri="{BB962C8B-B14F-4D97-AF65-F5344CB8AC3E}">
        <p14:creationId xmlns:p14="http://schemas.microsoft.com/office/powerpoint/2010/main" val="14731444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SABIC Theme">
  <a:themeElements>
    <a:clrScheme name="SABIC COLORS">
      <a:dk1>
        <a:srgbClr val="4D4D4D"/>
      </a:dk1>
      <a:lt1>
        <a:srgbClr val="FFFFFF"/>
      </a:lt1>
      <a:dk2>
        <a:srgbClr val="4D4D4D"/>
      </a:dk2>
      <a:lt2>
        <a:srgbClr val="FFFFFF"/>
      </a:lt2>
      <a:accent1>
        <a:srgbClr val="009FDF"/>
      </a:accent1>
      <a:accent2>
        <a:srgbClr val="FFCD00"/>
      </a:accent2>
      <a:accent3>
        <a:srgbClr val="041E42"/>
      </a:accent3>
      <a:accent4>
        <a:srgbClr val="E35205"/>
      </a:accent4>
      <a:accent5>
        <a:srgbClr val="939598"/>
      </a:accent5>
      <a:accent6>
        <a:srgbClr val="4D4D4D"/>
      </a:accent6>
      <a:hlink>
        <a:srgbClr val="009FDF"/>
      </a:hlink>
      <a:folHlink>
        <a:srgbClr val="041E42"/>
      </a:folHlink>
    </a:clrScheme>
    <a:fontScheme name="SABIC Typeface">
      <a:majorFont>
        <a:latin typeface="SABIC Typeface Headline Light"/>
        <a:ea typeface=""/>
        <a:cs typeface="SABIC Typeface Text Light"/>
      </a:majorFont>
      <a:minorFont>
        <a:latin typeface="SABIC Typeface Text Light"/>
        <a:ea typeface=""/>
        <a:cs typeface="SABIC Typeface Text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72000" tIns="72000" rIns="72000" bIns="720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Wingdings" pitchFamily="2" charset="2"/>
          <a:buNone/>
          <a:tabLst/>
          <a:defRPr kumimoji="0" sz="1600" b="0" i="0" u="none" strike="noStrike" cap="none" normalizeH="0" baseline="0" dirty="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Wingdings" pitchFamily="2" charset="2"/>
          <a:buNone/>
          <a:tabLst/>
          <a:defRPr kumimoji="0" lang="de-DE" sz="1600" b="0" i="0" u="none" strike="noStrike" cap="none" normalizeH="0" baseline="0" smtClean="0">
            <a:ln>
              <a:noFill/>
            </a:ln>
            <a:solidFill>
              <a:schemeClr val="tx1"/>
            </a:solidFill>
            <a:effectLst/>
            <a:latin typeface="Arial" pitchFamily="34" charset="0"/>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t" anchorCtr="0" compatLnSpc="1">
        <a:prstTxWarp prst="textNoShape">
          <a:avLst/>
        </a:prstTxWarp>
      </a:bodyPr>
      <a:lstStyle>
        <a:defPPr algn="l">
          <a:defRPr sz="1600" kern="0" dirty="0" smtClean="0">
            <a:solidFill>
              <a:schemeClr val="accent6"/>
            </a:solidFill>
          </a:defRPr>
        </a:defPPr>
      </a:lstStyle>
    </a:txDef>
  </a:objectDefaults>
  <a:extraClrSchemeLst/>
  <a:extLst>
    <a:ext uri="{05A4C25C-085E-4340-85A3-A5531E510DB2}">
      <thm15:themeFamily xmlns:thm15="http://schemas.microsoft.com/office/thememl/2012/main" name="SABIC PPT Template EN 16-9 (SABIC Typeface) V.4.01.pptx" id="{EB846F5D-6B69-4B17-A0D7-D628A6907B95}" vid="{1C414A51-E821-4772-BB4D-585045D86656}"/>
    </a:ext>
  </a:extLst>
</a:theme>
</file>

<file path=ppt/theme/theme2.xml><?xml version="1.0" encoding="utf-8"?>
<a:theme xmlns:a="http://schemas.openxmlformats.org/drawingml/2006/main" name="1_SABIC Theme">
  <a:themeElements>
    <a:clrScheme name="SABIC COLORS">
      <a:dk1>
        <a:srgbClr val="4D4D4D"/>
      </a:dk1>
      <a:lt1>
        <a:srgbClr val="FFFFFF"/>
      </a:lt1>
      <a:dk2>
        <a:srgbClr val="4D4D4D"/>
      </a:dk2>
      <a:lt2>
        <a:srgbClr val="FFFFFF"/>
      </a:lt2>
      <a:accent1>
        <a:srgbClr val="009FDF"/>
      </a:accent1>
      <a:accent2>
        <a:srgbClr val="FFCD00"/>
      </a:accent2>
      <a:accent3>
        <a:srgbClr val="041E42"/>
      </a:accent3>
      <a:accent4>
        <a:srgbClr val="E35205"/>
      </a:accent4>
      <a:accent5>
        <a:srgbClr val="939598"/>
      </a:accent5>
      <a:accent6>
        <a:srgbClr val="4D4D4D"/>
      </a:accent6>
      <a:hlink>
        <a:srgbClr val="009FDF"/>
      </a:hlink>
      <a:folHlink>
        <a:srgbClr val="041E42"/>
      </a:folHlink>
    </a:clrScheme>
    <a:fontScheme name="SABIC Typeface">
      <a:majorFont>
        <a:latin typeface="SABIC Typeface Headline Light"/>
        <a:ea typeface=""/>
        <a:cs typeface="SABIC Typeface Text Light"/>
      </a:majorFont>
      <a:minorFont>
        <a:latin typeface="SABIC Typeface Text Light"/>
        <a:ea typeface=""/>
        <a:cs typeface="SABIC Typeface Text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72000" tIns="72000" rIns="72000" bIns="720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Wingdings" pitchFamily="2" charset="2"/>
          <a:buNone/>
          <a:tabLst/>
          <a:defRPr kumimoji="0" sz="1600" b="0" i="0" u="none" strike="noStrike" cap="none" normalizeH="0" baseline="0" dirty="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Wingdings" pitchFamily="2" charset="2"/>
          <a:buNone/>
          <a:tabLst/>
          <a:defRPr kumimoji="0" lang="de-DE" sz="1600" b="0" i="0" u="none" strike="noStrike" cap="none" normalizeH="0" baseline="0" smtClean="0">
            <a:ln>
              <a:noFill/>
            </a:ln>
            <a:solidFill>
              <a:schemeClr val="tx1"/>
            </a:solidFill>
            <a:effectLst/>
            <a:latin typeface="Arial" pitchFamily="34" charset="0"/>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t" anchorCtr="0" compatLnSpc="1">
        <a:prstTxWarp prst="textNoShape">
          <a:avLst/>
        </a:prstTxWarp>
      </a:bodyPr>
      <a:lstStyle>
        <a:defPPr algn="l">
          <a:defRPr sz="1600" kern="0" dirty="0" smtClean="0">
            <a:solidFill>
              <a:schemeClr val="accent6"/>
            </a:solidFill>
          </a:defRPr>
        </a:defPPr>
      </a:lstStyle>
    </a:txDef>
  </a:objectDefaults>
  <a:extraClrSchemeLst/>
  <a:extLst>
    <a:ext uri="{05A4C25C-085E-4340-85A3-A5531E510DB2}">
      <thm15:themeFamily xmlns:thm15="http://schemas.microsoft.com/office/thememl/2012/main" name="SABIC PPT Template EN 16-9 (SABIC Typeface) V.4.01.pptx" id="{EB846F5D-6B69-4B17-A0D7-D628A6907B95}" vid="{1C414A51-E821-4772-BB4D-585045D86656}"/>
    </a:ext>
  </a:extLst>
</a:theme>
</file>

<file path=ppt/theme/theme3.xml><?xml version="1.0" encoding="utf-8"?>
<a:theme xmlns:a="http://schemas.openxmlformats.org/drawingml/2006/main" name="2_SABIC Theme">
  <a:themeElements>
    <a:clrScheme name="SABIC COLORS">
      <a:dk1>
        <a:srgbClr val="4D4D4D"/>
      </a:dk1>
      <a:lt1>
        <a:srgbClr val="FFFFFF"/>
      </a:lt1>
      <a:dk2>
        <a:srgbClr val="4D4D4D"/>
      </a:dk2>
      <a:lt2>
        <a:srgbClr val="FFFFFF"/>
      </a:lt2>
      <a:accent1>
        <a:srgbClr val="009FDF"/>
      </a:accent1>
      <a:accent2>
        <a:srgbClr val="FFCD00"/>
      </a:accent2>
      <a:accent3>
        <a:srgbClr val="041E42"/>
      </a:accent3>
      <a:accent4>
        <a:srgbClr val="E35205"/>
      </a:accent4>
      <a:accent5>
        <a:srgbClr val="939598"/>
      </a:accent5>
      <a:accent6>
        <a:srgbClr val="4D4D4D"/>
      </a:accent6>
      <a:hlink>
        <a:srgbClr val="009FDF"/>
      </a:hlink>
      <a:folHlink>
        <a:srgbClr val="041E42"/>
      </a:folHlink>
    </a:clrScheme>
    <a:fontScheme name="SABIC Typeface">
      <a:majorFont>
        <a:latin typeface="SABIC Typeface Headline Light"/>
        <a:ea typeface=""/>
        <a:cs typeface="SABIC Typeface Text Light"/>
      </a:majorFont>
      <a:minorFont>
        <a:latin typeface="SABIC Typeface Text Light"/>
        <a:ea typeface=""/>
        <a:cs typeface="SABIC Typeface Text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72000" tIns="72000" rIns="72000" bIns="720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Wingdings" pitchFamily="2" charset="2"/>
          <a:buNone/>
          <a:tabLst/>
          <a:defRPr kumimoji="0" sz="1600" b="0" i="0" u="none" strike="noStrike" cap="none" normalizeH="0" baseline="0" dirty="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Wingdings" pitchFamily="2" charset="2"/>
          <a:buNone/>
          <a:tabLst/>
          <a:defRPr kumimoji="0" lang="de-DE" sz="1600" b="0" i="0" u="none" strike="noStrike" cap="none" normalizeH="0" baseline="0" smtClean="0">
            <a:ln>
              <a:noFill/>
            </a:ln>
            <a:solidFill>
              <a:schemeClr val="tx1"/>
            </a:solidFill>
            <a:effectLst/>
            <a:latin typeface="Arial" pitchFamily="34" charset="0"/>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t" anchorCtr="0" compatLnSpc="1">
        <a:prstTxWarp prst="textNoShape">
          <a:avLst/>
        </a:prstTxWarp>
      </a:bodyPr>
      <a:lstStyle>
        <a:defPPr algn="l">
          <a:defRPr sz="1600" kern="0" dirty="0" smtClean="0">
            <a:solidFill>
              <a:schemeClr val="accent6"/>
            </a:solidFill>
          </a:defRPr>
        </a:defPPr>
      </a:lstStyle>
    </a:txDef>
  </a:objectDefaults>
  <a:extraClrSchemeLst/>
  <a:extLst>
    <a:ext uri="{05A4C25C-085E-4340-85A3-A5531E510DB2}">
      <thm15:themeFamily xmlns:thm15="http://schemas.microsoft.com/office/thememl/2012/main" name="SABIC PPT Template EN 16-9 (SABIC Typeface) V.4.01.pptx" id="{EB846F5D-6B69-4B17-A0D7-D628A6907B95}" vid="{1C414A51-E821-4772-BB4D-585045D8665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90B8006F01E244872F7892CDB4CD84" ma:contentTypeVersion="0" ma:contentTypeDescription="Create a new document." ma:contentTypeScope="" ma:versionID="54c48a69dad5758290637eaf53d7375a">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B1EE74-2836-4976-A309-4D75CDA4CC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72D7DB6-CDB2-470C-BCB9-71AABBF9CBF6}">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E6987D2-D4C8-45C1-8BE2-C449C3DF4E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19883</TotalTime>
  <Words>1986</Words>
  <Application>Microsoft Office PowerPoint</Application>
  <PresentationFormat>Widescreen</PresentationFormat>
  <Paragraphs>231</Paragraphs>
  <Slides>18</Slides>
  <Notes>3</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18</vt:i4>
      </vt:variant>
    </vt:vector>
  </HeadingPairs>
  <TitlesOfParts>
    <vt:vector size="35" baseType="lpstr">
      <vt:lpstr>Wingdings</vt:lpstr>
      <vt:lpstr>Symbol</vt:lpstr>
      <vt:lpstr>Times New Roman</vt:lpstr>
      <vt:lpstr>SABIC Typeface Text</vt:lpstr>
      <vt:lpstr>Arial</vt:lpstr>
      <vt:lpstr>SABIC Typeface Headline Light</vt:lpstr>
      <vt:lpstr>SABIC Typeface Headline</vt:lpstr>
      <vt:lpstr>Calibri</vt:lpstr>
      <vt:lpstr>SABIC Typeface Text Light</vt:lpstr>
      <vt:lpstr>ヒラギノ角ゴ Pro W3</vt:lpstr>
      <vt:lpstr>Monotype Sorts</vt:lpstr>
      <vt:lpstr>MS PGothic</vt:lpstr>
      <vt:lpstr>Arial Rounded MT Bold</vt:lpstr>
      <vt:lpstr>SABIC Theme</vt:lpstr>
      <vt:lpstr>1_SABIC Theme</vt:lpstr>
      <vt:lpstr>2_SABIC Theme</vt:lpstr>
      <vt:lpstr>Adobe Acrobat Document</vt:lpstr>
      <vt:lpstr>High pressure water jetting /hydro blasting AWARENESS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HPWJ OPERATIONS – OVERVIEW</vt:lpstr>
      <vt:lpstr>PowerPoint Presentation</vt:lpstr>
      <vt:lpstr>PowerPoint Presentation</vt:lpstr>
    </vt:vector>
  </TitlesOfParts>
  <Company>SABIC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OMS-231 Policy &amp; Management System Development</dc:title>
  <dc:creator>Meshabbi, Sultan M.</dc:creator>
  <cp:lastModifiedBy>Mahlawi, Hussien A.</cp:lastModifiedBy>
  <cp:revision>403</cp:revision>
  <dcterms:created xsi:type="dcterms:W3CDTF">2018-10-16T16:30:19Z</dcterms:created>
  <dcterms:modified xsi:type="dcterms:W3CDTF">2022-08-21T12:00:20Z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0x010100EF90B8006F01E244872F7892CDB4CD84</vt:lpwstr>
  </property>
  <property fmtid="{D5CDD505-2E9C-101B-9397-08002B2CF9AE}" pid="3" name="MSIP_Label_a7d50848-5462-4933-a6ae-3f5aa423884b_Enabled">
    <vt:lpwstr>true</vt:lpwstr>
  </property>
  <property fmtid="{D5CDD505-2E9C-101B-9397-08002B2CF9AE}" pid="4" name="MSIP_Label_a7d50848-5462-4933-a6ae-3f5aa423884b_SetDate">
    <vt:lpwstr>2022-08-21T12:00:17Z</vt:lpwstr>
  </property>
  <property fmtid="{D5CDD505-2E9C-101B-9397-08002B2CF9AE}" pid="5" name="MSIP_Label_a7d50848-5462-4933-a6ae-3f5aa423884b_Method">
    <vt:lpwstr>Privileged</vt:lpwstr>
  </property>
  <property fmtid="{D5CDD505-2E9C-101B-9397-08002B2CF9AE}" pid="6" name="MSIP_Label_a7d50848-5462-4933-a6ae-3f5aa423884b_Name">
    <vt:lpwstr>a7d50848-5462-4933-a6ae-3f5aa423884b</vt:lpwstr>
  </property>
  <property fmtid="{D5CDD505-2E9C-101B-9397-08002B2CF9AE}" pid="7" name="MSIP_Label_a7d50848-5462-4933-a6ae-3f5aa423884b_SiteId">
    <vt:lpwstr>a77c517c-e95e-435b-bbb4-cb17e462491f</vt:lpwstr>
  </property>
  <property fmtid="{D5CDD505-2E9C-101B-9397-08002B2CF9AE}" pid="8" name="MSIP_Label_a7d50848-5462-4933-a6ae-3f5aa423884b_ActionId">
    <vt:lpwstr>d3eae3a1-e9bc-4bd0-94e5-3a55987aeab8</vt:lpwstr>
  </property>
  <property fmtid="{D5CDD505-2E9C-101B-9397-08002B2CF9AE}" pid="9" name="MSIP_Label_a7d50848-5462-4933-a6ae-3f5aa423884b_ContentBits">
    <vt:lpwstr>1</vt:lpwstr>
  </property>
</Properties>
</file>